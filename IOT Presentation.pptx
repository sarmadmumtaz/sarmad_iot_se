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11"/>
  </p:notesMasterIdLst>
  <p:sldIdLst>
    <p:sldId id="257" r:id="rId2"/>
    <p:sldId id="259" r:id="rId3"/>
    <p:sldId id="260" r:id="rId4"/>
    <p:sldId id="261" r:id="rId5"/>
    <p:sldId id="262" r:id="rId6"/>
    <p:sldId id="263" r:id="rId7"/>
    <p:sldId id="268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43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C0500D-81C0-4E60-B862-3FEC883C2BB8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29D09C9-60A4-4E0B-8B11-49A11210116A}">
      <dgm:prSet phldrT="[Text]" custT="1"/>
      <dgm:spPr/>
      <dgm:t>
        <a:bodyPr/>
        <a:lstStyle/>
        <a:p>
          <a:r>
            <a:rPr lang="en-US" sz="2200" b="1" smtClean="0">
              <a:latin typeface="+mj-lt"/>
              <a:ea typeface="Libre Baskerville" pitchFamily="34" charset="-122"/>
              <a:cs typeface="Libre Baskerville" pitchFamily="34" charset="-120"/>
            </a:rPr>
            <a:t>Health Monitoring</a:t>
          </a:r>
          <a:endParaRPr lang="en-US" sz="2200" b="1" dirty="0">
            <a:latin typeface="+mj-lt"/>
          </a:endParaRPr>
        </a:p>
      </dgm:t>
    </dgm:pt>
    <dgm:pt modelId="{C95C9115-48FD-477D-A91A-D6B4C3037305}" type="parTrans" cxnId="{5F18BC83-99BF-4172-BAC4-926F6B5088AE}">
      <dgm:prSet/>
      <dgm:spPr/>
      <dgm:t>
        <a:bodyPr/>
        <a:lstStyle/>
        <a:p>
          <a:endParaRPr lang="en-US"/>
        </a:p>
      </dgm:t>
    </dgm:pt>
    <dgm:pt modelId="{0E58E0DF-531A-4973-9C8D-F2BA3D50723B}" type="sibTrans" cxnId="{5F18BC83-99BF-4172-BAC4-926F6B5088AE}">
      <dgm:prSet/>
      <dgm:spPr/>
      <dgm:t>
        <a:bodyPr/>
        <a:lstStyle/>
        <a:p>
          <a:endParaRPr lang="en-US"/>
        </a:p>
      </dgm:t>
    </dgm:pt>
    <dgm:pt modelId="{4ABC89A6-F8E4-4DF1-A388-0C4D525CBEC3}">
      <dgm:prSet phldrT="[Text]"/>
      <dgm:spPr/>
      <dgm:t>
        <a:bodyPr/>
        <a:lstStyle/>
        <a:p>
          <a:r>
            <a:rPr lang="en-US" b="1" smtClean="0">
              <a:latin typeface="+mj-lt"/>
              <a:ea typeface="Libre Baskerville" pitchFamily="34" charset="-122"/>
              <a:cs typeface="Libre Baskerville" pitchFamily="34" charset="-120"/>
            </a:rPr>
            <a:t>Chronic Condition Management</a:t>
          </a:r>
          <a:endParaRPr lang="en-US" b="1" dirty="0">
            <a:latin typeface="+mj-lt"/>
          </a:endParaRPr>
        </a:p>
      </dgm:t>
    </dgm:pt>
    <dgm:pt modelId="{E7945C70-73B6-4073-8B02-95834B050A1E}" type="parTrans" cxnId="{86EE865F-CA92-499D-A78A-7334796FFB61}">
      <dgm:prSet/>
      <dgm:spPr/>
      <dgm:t>
        <a:bodyPr/>
        <a:lstStyle/>
        <a:p>
          <a:endParaRPr lang="en-US"/>
        </a:p>
      </dgm:t>
    </dgm:pt>
    <dgm:pt modelId="{1BE50B9C-9201-435F-93D8-4251C994F132}" type="sibTrans" cxnId="{86EE865F-CA92-499D-A78A-7334796FFB61}">
      <dgm:prSet/>
      <dgm:spPr/>
      <dgm:t>
        <a:bodyPr/>
        <a:lstStyle/>
        <a:p>
          <a:endParaRPr lang="en-US"/>
        </a:p>
      </dgm:t>
    </dgm:pt>
    <dgm:pt modelId="{F7019DF5-C2C2-4809-9682-B2542F293A3B}">
      <dgm:prSet phldrT="[Text]" custT="1"/>
      <dgm:spPr/>
      <dgm:t>
        <a:bodyPr/>
        <a:lstStyle/>
        <a:p>
          <a:pPr algn="ctr"/>
          <a:r>
            <a:rPr lang="en-US" sz="2000" dirty="0" smtClean="0">
              <a:latin typeface="+mn-lt"/>
              <a:ea typeface="Open Sans" pitchFamily="34" charset="-122"/>
              <a:cs typeface="Open Sans" pitchFamily="34" charset="-120"/>
            </a:rPr>
            <a:t>IOT devices aid in managing chronic conditions by providing real-time insights and alerts to patients and caregivers.</a:t>
          </a:r>
          <a:endParaRPr lang="en-US" sz="2000" dirty="0">
            <a:latin typeface="+mn-lt"/>
          </a:endParaRPr>
        </a:p>
      </dgm:t>
    </dgm:pt>
    <dgm:pt modelId="{3C55DDCF-B7A2-458C-8A5C-4233A996FBDF}" type="parTrans" cxnId="{BAA41037-4740-461D-AB7F-7169042245E7}">
      <dgm:prSet/>
      <dgm:spPr/>
      <dgm:t>
        <a:bodyPr/>
        <a:lstStyle/>
        <a:p>
          <a:endParaRPr lang="en-US"/>
        </a:p>
      </dgm:t>
    </dgm:pt>
    <dgm:pt modelId="{0BCDE25B-E157-4ECA-92F3-86253F621EE1}" type="sibTrans" cxnId="{BAA41037-4740-461D-AB7F-7169042245E7}">
      <dgm:prSet/>
      <dgm:spPr/>
      <dgm:t>
        <a:bodyPr/>
        <a:lstStyle/>
        <a:p>
          <a:endParaRPr lang="en-US"/>
        </a:p>
      </dgm:t>
    </dgm:pt>
    <dgm:pt modelId="{5CF10834-06B2-4B70-8DA4-E31BD54C8EC3}">
      <dgm:prSet phldrT="[Text]" custT="1"/>
      <dgm:spPr/>
      <dgm:t>
        <a:bodyPr/>
        <a:lstStyle/>
        <a:p>
          <a:r>
            <a:rPr lang="en-US" sz="2200" b="1" dirty="0" smtClean="0">
              <a:latin typeface="+mj-lt"/>
              <a:ea typeface="Libre Baskerville" pitchFamily="34" charset="-122"/>
              <a:cs typeface="Libre Baskerville" pitchFamily="34" charset="-120"/>
            </a:rPr>
            <a:t>Enhanced Care</a:t>
          </a:r>
          <a:endParaRPr lang="en-US" sz="2200" b="1" dirty="0">
            <a:latin typeface="+mj-lt"/>
          </a:endParaRPr>
        </a:p>
      </dgm:t>
    </dgm:pt>
    <dgm:pt modelId="{23E89C2D-8021-415E-8F19-2C9F6A257F5E}" type="parTrans" cxnId="{4B2A3731-33C5-4F97-ADF9-E40E81C15CD6}">
      <dgm:prSet/>
      <dgm:spPr/>
      <dgm:t>
        <a:bodyPr/>
        <a:lstStyle/>
        <a:p>
          <a:endParaRPr lang="en-US"/>
        </a:p>
      </dgm:t>
    </dgm:pt>
    <dgm:pt modelId="{92A4F97C-C347-48D3-97B7-15F3ABBED4E1}" type="sibTrans" cxnId="{4B2A3731-33C5-4F97-ADF9-E40E81C15CD6}">
      <dgm:prSet/>
      <dgm:spPr/>
      <dgm:t>
        <a:bodyPr/>
        <a:lstStyle/>
        <a:p>
          <a:endParaRPr lang="en-US"/>
        </a:p>
      </dgm:t>
    </dgm:pt>
    <dgm:pt modelId="{2390C686-2370-4AA6-8BA0-F184391DC717}">
      <dgm:prSet phldrT="[Text]" custT="1"/>
      <dgm:spPr/>
      <dgm:t>
        <a:bodyPr/>
        <a:lstStyle/>
        <a:p>
          <a:pPr algn="ctr"/>
          <a:r>
            <a:rPr lang="en-US" sz="2000" dirty="0" smtClean="0">
              <a:latin typeface="+mn-lt"/>
              <a:ea typeface="Open Sans" pitchFamily="34" charset="-122"/>
              <a:cs typeface="Open Sans" pitchFamily="34" charset="-120"/>
            </a:rPr>
            <a:t>Data gathered from IOT devices helps doctors make informed decisions, leading to better patient outcomes.</a:t>
          </a:r>
          <a:endParaRPr lang="en-US" sz="2000" dirty="0">
            <a:latin typeface="+mn-lt"/>
          </a:endParaRPr>
        </a:p>
      </dgm:t>
    </dgm:pt>
    <dgm:pt modelId="{F4C58494-D384-4E0B-954B-8D3C87ACB57F}" type="parTrans" cxnId="{D8554740-DFB7-4B6E-9F2A-F93EFB2689E4}">
      <dgm:prSet/>
      <dgm:spPr/>
      <dgm:t>
        <a:bodyPr/>
        <a:lstStyle/>
        <a:p>
          <a:endParaRPr lang="en-US"/>
        </a:p>
      </dgm:t>
    </dgm:pt>
    <dgm:pt modelId="{8441C7CF-DE1D-413E-9269-B55B8AB3D9A1}" type="sibTrans" cxnId="{D8554740-DFB7-4B6E-9F2A-F93EFB2689E4}">
      <dgm:prSet/>
      <dgm:spPr/>
      <dgm:t>
        <a:bodyPr/>
        <a:lstStyle/>
        <a:p>
          <a:endParaRPr lang="en-US"/>
        </a:p>
      </dgm:t>
    </dgm:pt>
    <dgm:pt modelId="{0EDD5290-9CDB-4921-BC40-2239A65F9618}">
      <dgm:prSet phldrT="[Text]" custT="1"/>
      <dgm:spPr/>
      <dgm:t>
        <a:bodyPr/>
        <a:lstStyle/>
        <a:p>
          <a:pPr algn="ctr"/>
          <a:r>
            <a:rPr lang="en-US" sz="2000" dirty="0" smtClean="0">
              <a:latin typeface="+mn-lt"/>
              <a:ea typeface="Open Sans" pitchFamily="34" charset="-122"/>
              <a:cs typeface="Open Sans" pitchFamily="34" charset="-120"/>
            </a:rPr>
            <a:t>Wearable fitness trackers and remote patient monitors collect vital health data, empowering individuals and healthcare providers.</a:t>
          </a:r>
          <a:endParaRPr lang="en-US" sz="2000" dirty="0">
            <a:latin typeface="+mn-lt"/>
          </a:endParaRPr>
        </a:p>
      </dgm:t>
    </dgm:pt>
    <dgm:pt modelId="{2FAB1E66-6D48-42DF-B2E3-44B2F804C6D2}" type="sibTrans" cxnId="{02A951BE-EE16-4C03-B653-40C2FDE90A99}">
      <dgm:prSet/>
      <dgm:spPr/>
      <dgm:t>
        <a:bodyPr/>
        <a:lstStyle/>
        <a:p>
          <a:endParaRPr lang="en-US"/>
        </a:p>
      </dgm:t>
    </dgm:pt>
    <dgm:pt modelId="{C1EAE289-781D-462B-A82F-C177E6E55437}" type="parTrans" cxnId="{02A951BE-EE16-4C03-B653-40C2FDE90A99}">
      <dgm:prSet/>
      <dgm:spPr/>
      <dgm:t>
        <a:bodyPr/>
        <a:lstStyle/>
        <a:p>
          <a:endParaRPr lang="en-US"/>
        </a:p>
      </dgm:t>
    </dgm:pt>
    <dgm:pt modelId="{B786F3DE-F309-4CBB-9DEB-D462A58CF94C}" type="pres">
      <dgm:prSet presAssocID="{37C0500D-81C0-4E60-B862-3FEC883C2BB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EA6C635-C266-4027-995A-53D7C10B7833}" type="pres">
      <dgm:prSet presAssocID="{829D09C9-60A4-4E0B-8B11-49A11210116A}" presName="composite" presStyleCnt="0"/>
      <dgm:spPr/>
    </dgm:pt>
    <dgm:pt modelId="{281F2678-2777-46D9-A99B-01E24EF88EA6}" type="pres">
      <dgm:prSet presAssocID="{829D09C9-60A4-4E0B-8B11-49A1121011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1D39EB-8DCD-46CA-B0BA-6CBA743E3B48}" type="pres">
      <dgm:prSet presAssocID="{829D09C9-60A4-4E0B-8B11-49A11210116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79BEF-8BB9-4A0E-A3FB-C4532570BA34}" type="pres">
      <dgm:prSet presAssocID="{0E58E0DF-531A-4973-9C8D-F2BA3D50723B}" presName="space" presStyleCnt="0"/>
      <dgm:spPr/>
    </dgm:pt>
    <dgm:pt modelId="{79692CEF-B6C1-4521-95C0-C5E755DADC57}" type="pres">
      <dgm:prSet presAssocID="{4ABC89A6-F8E4-4DF1-A388-0C4D525CBEC3}" presName="composite" presStyleCnt="0"/>
      <dgm:spPr/>
    </dgm:pt>
    <dgm:pt modelId="{7F943B76-790B-4C67-8375-B8D50807DC66}" type="pres">
      <dgm:prSet presAssocID="{4ABC89A6-F8E4-4DF1-A388-0C4D525CBEC3}" presName="parTx" presStyleLbl="alignNode1" presStyleIdx="1" presStyleCnt="3" custLinFactNeighborY="301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23D77C-1C63-4C69-B7FC-7E9A87B007CA}" type="pres">
      <dgm:prSet presAssocID="{4ABC89A6-F8E4-4DF1-A388-0C4D525CBEC3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15BADA-D676-4944-915F-421F244F1286}" type="pres">
      <dgm:prSet presAssocID="{1BE50B9C-9201-435F-93D8-4251C994F132}" presName="space" presStyleCnt="0"/>
      <dgm:spPr/>
    </dgm:pt>
    <dgm:pt modelId="{C76F8ECF-00BD-4A28-A7AD-17521B83FFA6}" type="pres">
      <dgm:prSet presAssocID="{5CF10834-06B2-4B70-8DA4-E31BD54C8EC3}" presName="composite" presStyleCnt="0"/>
      <dgm:spPr/>
    </dgm:pt>
    <dgm:pt modelId="{7492347B-2763-48AA-BB76-D9AFC371F5A2}" type="pres">
      <dgm:prSet presAssocID="{5CF10834-06B2-4B70-8DA4-E31BD54C8EC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78FA71-F3E9-4D5B-ADFC-17987FBDB46C}" type="pres">
      <dgm:prSet presAssocID="{5CF10834-06B2-4B70-8DA4-E31BD54C8EC3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653488-B5E4-420D-8EF9-55D102371918}" type="presOf" srcId="{0EDD5290-9CDB-4921-BC40-2239A65F9618}" destId="{1D1D39EB-8DCD-46CA-B0BA-6CBA743E3B48}" srcOrd="0" destOrd="0" presId="urn:microsoft.com/office/officeart/2005/8/layout/hList1"/>
    <dgm:cxn modelId="{02A951BE-EE16-4C03-B653-40C2FDE90A99}" srcId="{829D09C9-60A4-4E0B-8B11-49A11210116A}" destId="{0EDD5290-9CDB-4921-BC40-2239A65F9618}" srcOrd="0" destOrd="0" parTransId="{C1EAE289-781D-462B-A82F-C177E6E55437}" sibTransId="{2FAB1E66-6D48-42DF-B2E3-44B2F804C6D2}"/>
    <dgm:cxn modelId="{86EE865F-CA92-499D-A78A-7334796FFB61}" srcId="{37C0500D-81C0-4E60-B862-3FEC883C2BB8}" destId="{4ABC89A6-F8E4-4DF1-A388-0C4D525CBEC3}" srcOrd="1" destOrd="0" parTransId="{E7945C70-73B6-4073-8B02-95834B050A1E}" sibTransId="{1BE50B9C-9201-435F-93D8-4251C994F132}"/>
    <dgm:cxn modelId="{BAA41037-4740-461D-AB7F-7169042245E7}" srcId="{4ABC89A6-F8E4-4DF1-A388-0C4D525CBEC3}" destId="{F7019DF5-C2C2-4809-9682-B2542F293A3B}" srcOrd="0" destOrd="0" parTransId="{3C55DDCF-B7A2-458C-8A5C-4233A996FBDF}" sibTransId="{0BCDE25B-E157-4ECA-92F3-86253F621EE1}"/>
    <dgm:cxn modelId="{20061240-E299-45A6-AADB-8E5B6089DD6E}" type="presOf" srcId="{37C0500D-81C0-4E60-B862-3FEC883C2BB8}" destId="{B786F3DE-F309-4CBB-9DEB-D462A58CF94C}" srcOrd="0" destOrd="0" presId="urn:microsoft.com/office/officeart/2005/8/layout/hList1"/>
    <dgm:cxn modelId="{973A8FF2-0DAE-48F9-9715-BA23C1BB0B72}" type="presOf" srcId="{2390C686-2370-4AA6-8BA0-F184391DC717}" destId="{6A78FA71-F3E9-4D5B-ADFC-17987FBDB46C}" srcOrd="0" destOrd="0" presId="urn:microsoft.com/office/officeart/2005/8/layout/hList1"/>
    <dgm:cxn modelId="{5534AA8A-B13D-4EA0-AA5A-82A25DF0D30F}" type="presOf" srcId="{829D09C9-60A4-4E0B-8B11-49A11210116A}" destId="{281F2678-2777-46D9-A99B-01E24EF88EA6}" srcOrd="0" destOrd="0" presId="urn:microsoft.com/office/officeart/2005/8/layout/hList1"/>
    <dgm:cxn modelId="{1878FAE9-CBD7-4BA2-BF37-B8BB75B3AB5A}" type="presOf" srcId="{4ABC89A6-F8E4-4DF1-A388-0C4D525CBEC3}" destId="{7F943B76-790B-4C67-8375-B8D50807DC66}" srcOrd="0" destOrd="0" presId="urn:microsoft.com/office/officeart/2005/8/layout/hList1"/>
    <dgm:cxn modelId="{4B2A3731-33C5-4F97-ADF9-E40E81C15CD6}" srcId="{37C0500D-81C0-4E60-B862-3FEC883C2BB8}" destId="{5CF10834-06B2-4B70-8DA4-E31BD54C8EC3}" srcOrd="2" destOrd="0" parTransId="{23E89C2D-8021-415E-8F19-2C9F6A257F5E}" sibTransId="{92A4F97C-C347-48D3-97B7-15F3ABBED4E1}"/>
    <dgm:cxn modelId="{5855FD80-FEF2-4CF9-9E20-AA33F9C4C619}" type="presOf" srcId="{5CF10834-06B2-4B70-8DA4-E31BD54C8EC3}" destId="{7492347B-2763-48AA-BB76-D9AFC371F5A2}" srcOrd="0" destOrd="0" presId="urn:microsoft.com/office/officeart/2005/8/layout/hList1"/>
    <dgm:cxn modelId="{5F18BC83-99BF-4172-BAC4-926F6B5088AE}" srcId="{37C0500D-81C0-4E60-B862-3FEC883C2BB8}" destId="{829D09C9-60A4-4E0B-8B11-49A11210116A}" srcOrd="0" destOrd="0" parTransId="{C95C9115-48FD-477D-A91A-D6B4C3037305}" sibTransId="{0E58E0DF-531A-4973-9C8D-F2BA3D50723B}"/>
    <dgm:cxn modelId="{4035AED6-B90E-4EE1-B8C7-1CFC1BBE55EC}" type="presOf" srcId="{F7019DF5-C2C2-4809-9682-B2542F293A3B}" destId="{3823D77C-1C63-4C69-B7FC-7E9A87B007CA}" srcOrd="0" destOrd="0" presId="urn:microsoft.com/office/officeart/2005/8/layout/hList1"/>
    <dgm:cxn modelId="{D8554740-DFB7-4B6E-9F2A-F93EFB2689E4}" srcId="{5CF10834-06B2-4B70-8DA4-E31BD54C8EC3}" destId="{2390C686-2370-4AA6-8BA0-F184391DC717}" srcOrd="0" destOrd="0" parTransId="{F4C58494-D384-4E0B-954B-8D3C87ACB57F}" sibTransId="{8441C7CF-DE1D-413E-9269-B55B8AB3D9A1}"/>
    <dgm:cxn modelId="{CDDF02BF-86C9-4191-A318-A22F68CD6FC5}" type="presParOf" srcId="{B786F3DE-F309-4CBB-9DEB-D462A58CF94C}" destId="{CEA6C635-C266-4027-995A-53D7C10B7833}" srcOrd="0" destOrd="0" presId="urn:microsoft.com/office/officeart/2005/8/layout/hList1"/>
    <dgm:cxn modelId="{8DF5FCA8-0A53-4FB1-9070-9E198B96D9D6}" type="presParOf" srcId="{CEA6C635-C266-4027-995A-53D7C10B7833}" destId="{281F2678-2777-46D9-A99B-01E24EF88EA6}" srcOrd="0" destOrd="0" presId="urn:microsoft.com/office/officeart/2005/8/layout/hList1"/>
    <dgm:cxn modelId="{6B2F8584-E2E4-4FEA-B4C7-08AF0C706E97}" type="presParOf" srcId="{CEA6C635-C266-4027-995A-53D7C10B7833}" destId="{1D1D39EB-8DCD-46CA-B0BA-6CBA743E3B48}" srcOrd="1" destOrd="0" presId="urn:microsoft.com/office/officeart/2005/8/layout/hList1"/>
    <dgm:cxn modelId="{7768A4B2-5410-4110-8BEA-850972825F59}" type="presParOf" srcId="{B786F3DE-F309-4CBB-9DEB-D462A58CF94C}" destId="{D3079BEF-8BB9-4A0E-A3FB-C4532570BA34}" srcOrd="1" destOrd="0" presId="urn:microsoft.com/office/officeart/2005/8/layout/hList1"/>
    <dgm:cxn modelId="{1296916C-E95E-43ED-A060-752B12D0ED1C}" type="presParOf" srcId="{B786F3DE-F309-4CBB-9DEB-D462A58CF94C}" destId="{79692CEF-B6C1-4521-95C0-C5E755DADC57}" srcOrd="2" destOrd="0" presId="urn:microsoft.com/office/officeart/2005/8/layout/hList1"/>
    <dgm:cxn modelId="{046CF8E6-3B15-4D1E-B0F5-5F985272C9D2}" type="presParOf" srcId="{79692CEF-B6C1-4521-95C0-C5E755DADC57}" destId="{7F943B76-790B-4C67-8375-B8D50807DC66}" srcOrd="0" destOrd="0" presId="urn:microsoft.com/office/officeart/2005/8/layout/hList1"/>
    <dgm:cxn modelId="{54F0BCB5-2817-47DD-9ED7-2C649EA4D1EA}" type="presParOf" srcId="{79692CEF-B6C1-4521-95C0-C5E755DADC57}" destId="{3823D77C-1C63-4C69-B7FC-7E9A87B007CA}" srcOrd="1" destOrd="0" presId="urn:microsoft.com/office/officeart/2005/8/layout/hList1"/>
    <dgm:cxn modelId="{61276519-758E-44CD-A58D-50408C3D4B27}" type="presParOf" srcId="{B786F3DE-F309-4CBB-9DEB-D462A58CF94C}" destId="{1415BADA-D676-4944-915F-421F244F1286}" srcOrd="3" destOrd="0" presId="urn:microsoft.com/office/officeart/2005/8/layout/hList1"/>
    <dgm:cxn modelId="{E2714E59-AD4B-4678-B31B-814B72587470}" type="presParOf" srcId="{B786F3DE-F309-4CBB-9DEB-D462A58CF94C}" destId="{C76F8ECF-00BD-4A28-A7AD-17521B83FFA6}" srcOrd="4" destOrd="0" presId="urn:microsoft.com/office/officeart/2005/8/layout/hList1"/>
    <dgm:cxn modelId="{434C2F64-81C1-4AF4-AB6E-C897788EB369}" type="presParOf" srcId="{C76F8ECF-00BD-4A28-A7AD-17521B83FFA6}" destId="{7492347B-2763-48AA-BB76-D9AFC371F5A2}" srcOrd="0" destOrd="0" presId="urn:microsoft.com/office/officeart/2005/8/layout/hList1"/>
    <dgm:cxn modelId="{36D57430-498D-4146-8C2B-9159EBFA7AAC}" type="presParOf" srcId="{C76F8ECF-00BD-4A28-A7AD-17521B83FFA6}" destId="{6A78FA71-F3E9-4D5B-ADFC-17987FBDB4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0CA2C3-C2AB-401B-AE6B-89CAEC31AD64}" type="doc">
      <dgm:prSet loTypeId="urn:microsoft.com/office/officeart/2005/8/layout/chevron2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4C88C08-1BA3-4E16-9206-B1A2192D1ADA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US" dirty="0"/>
        </a:p>
      </dgm:t>
    </dgm:pt>
    <dgm:pt modelId="{BF099FAE-6BFD-429F-B693-EE7383378438}" type="parTrans" cxnId="{30BBAB31-5CA9-4785-8EF0-D6D27B76AAE0}">
      <dgm:prSet/>
      <dgm:spPr/>
      <dgm:t>
        <a:bodyPr/>
        <a:lstStyle/>
        <a:p>
          <a:endParaRPr lang="en-US"/>
        </a:p>
      </dgm:t>
    </dgm:pt>
    <dgm:pt modelId="{CA3AC4B3-AF17-42EC-B9AD-F7CE3B3E7229}" type="sibTrans" cxnId="{30BBAB31-5CA9-4785-8EF0-D6D27B76AAE0}">
      <dgm:prSet/>
      <dgm:spPr/>
      <dgm:t>
        <a:bodyPr/>
        <a:lstStyle/>
        <a:p>
          <a:endParaRPr lang="en-US"/>
        </a:p>
      </dgm:t>
    </dgm:pt>
    <dgm:pt modelId="{38E546E0-AEDD-4F64-8018-D99FE08DD512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228600" lvl="1" indent="0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400" b="1" dirty="0">
            <a:solidFill>
              <a:schemeClr val="tx1"/>
            </a:solidFill>
            <a:latin typeface="+mj-lt"/>
          </a:endParaRPr>
        </a:p>
      </dgm:t>
    </dgm:pt>
    <dgm:pt modelId="{0B41D2E6-6814-4824-8458-288BBF668599}" type="parTrans" cxnId="{0CA6FA8E-21EF-4095-A12E-01EF034AD38C}">
      <dgm:prSet/>
      <dgm:spPr/>
      <dgm:t>
        <a:bodyPr/>
        <a:lstStyle/>
        <a:p>
          <a:endParaRPr lang="en-US"/>
        </a:p>
      </dgm:t>
    </dgm:pt>
    <dgm:pt modelId="{5403AAE0-BAE4-4268-A584-37C0D76C13B7}" type="sibTrans" cxnId="{0CA6FA8E-21EF-4095-A12E-01EF034AD38C}">
      <dgm:prSet/>
      <dgm:spPr/>
      <dgm:t>
        <a:bodyPr/>
        <a:lstStyle/>
        <a:p>
          <a:endParaRPr lang="en-US"/>
        </a:p>
      </dgm:t>
    </dgm:pt>
    <dgm:pt modelId="{E9A745CF-39E9-45D7-83EE-E804A69464C4}">
      <dgm:prSet phldrT="[Text]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8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Predictive Maintenance</a:t>
          </a:r>
          <a:endParaRPr lang="en-US" sz="2800" dirty="0">
            <a:solidFill>
              <a:schemeClr val="tx1"/>
            </a:solidFill>
          </a:endParaRPr>
        </a:p>
      </dgm:t>
    </dgm:pt>
    <dgm:pt modelId="{15478AC1-3C67-404D-A491-2742163FF8FD}" type="parTrans" cxnId="{0DD2F64E-1F21-4630-8CB3-E0AC574F9D52}">
      <dgm:prSet/>
      <dgm:spPr/>
      <dgm:t>
        <a:bodyPr/>
        <a:lstStyle/>
        <a:p>
          <a:endParaRPr lang="en-US"/>
        </a:p>
      </dgm:t>
    </dgm:pt>
    <dgm:pt modelId="{D4489DF0-5C45-4E0E-BCDF-4261BA31416A}" type="sibTrans" cxnId="{0DD2F64E-1F21-4630-8CB3-E0AC574F9D52}">
      <dgm:prSet/>
      <dgm:spPr/>
      <dgm:t>
        <a:bodyPr/>
        <a:lstStyle/>
        <a:p>
          <a:endParaRPr lang="en-US"/>
        </a:p>
      </dgm:t>
    </dgm:pt>
    <dgm:pt modelId="{652FFAA0-D744-4C06-A53D-BC3D5BD41211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2</a:t>
          </a:r>
          <a:endParaRPr lang="en-US" b="1" dirty="0"/>
        </a:p>
      </dgm:t>
    </dgm:pt>
    <dgm:pt modelId="{8616A9D0-CF05-4BB7-A910-4D58A6454781}" type="parTrans" cxnId="{A6C9A3FD-B027-4DCA-8C52-4A397A90C190}">
      <dgm:prSet/>
      <dgm:spPr/>
      <dgm:t>
        <a:bodyPr/>
        <a:lstStyle/>
        <a:p>
          <a:endParaRPr lang="en-US"/>
        </a:p>
      </dgm:t>
    </dgm:pt>
    <dgm:pt modelId="{4A49723B-88F1-470C-B803-7E6458FECD0A}" type="sibTrans" cxnId="{A6C9A3FD-B027-4DCA-8C52-4A397A90C190}">
      <dgm:prSet/>
      <dgm:spPr/>
      <dgm:t>
        <a:bodyPr/>
        <a:lstStyle/>
        <a:p>
          <a:endParaRPr lang="en-US"/>
        </a:p>
      </dgm:t>
    </dgm:pt>
    <dgm:pt modelId="{E9234FE7-8E13-4A13-A314-C433C2DE27A0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Reduced Downtime</a:t>
          </a:r>
          <a:endParaRPr lang="en-US" sz="2800" b="1" dirty="0">
            <a:solidFill>
              <a:schemeClr val="tx1"/>
            </a:solidFill>
            <a:latin typeface="+mj-lt"/>
          </a:endParaRPr>
        </a:p>
      </dgm:t>
    </dgm:pt>
    <dgm:pt modelId="{B043C9F9-B68C-4C81-A052-B12EE8DC15CB}" type="parTrans" cxnId="{DC123DD7-0CD7-4B12-9439-B47E01097821}">
      <dgm:prSet/>
      <dgm:spPr/>
      <dgm:t>
        <a:bodyPr/>
        <a:lstStyle/>
        <a:p>
          <a:endParaRPr lang="en-US"/>
        </a:p>
      </dgm:t>
    </dgm:pt>
    <dgm:pt modelId="{CE0654F6-0686-40CE-A2A3-07A81A589FB2}" type="sibTrans" cxnId="{DC123DD7-0CD7-4B12-9439-B47E01097821}">
      <dgm:prSet/>
      <dgm:spPr/>
      <dgm:t>
        <a:bodyPr/>
        <a:lstStyle/>
        <a:p>
          <a:endParaRPr lang="en-US"/>
        </a:p>
      </dgm:t>
    </dgm:pt>
    <dgm:pt modelId="{DE9DC7F6-FD25-4C24-8F6F-9962798B2184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By identifying potential issues before they lead to failures, predictive maintenance reduces equipment downtime, ensuring that critical tools are available when needed.</a:t>
          </a:r>
          <a:endParaRPr lang="en-US" sz="2000" dirty="0">
            <a:solidFill>
              <a:schemeClr val="tx1"/>
            </a:solidFill>
            <a:latin typeface="+mn-lt"/>
          </a:endParaRPr>
        </a:p>
      </dgm:t>
    </dgm:pt>
    <dgm:pt modelId="{1B0B9B35-3BA5-4BB2-9D47-8767BFFFEF6D}" type="parTrans" cxnId="{640845EA-0FC9-4A74-9F78-95DBBDE713E9}">
      <dgm:prSet/>
      <dgm:spPr/>
      <dgm:t>
        <a:bodyPr/>
        <a:lstStyle/>
        <a:p>
          <a:endParaRPr lang="en-US"/>
        </a:p>
      </dgm:t>
    </dgm:pt>
    <dgm:pt modelId="{5E5B4EDD-85F0-414A-8462-232FDD81A353}" type="sibTrans" cxnId="{640845EA-0FC9-4A74-9F78-95DBBDE713E9}">
      <dgm:prSet/>
      <dgm:spPr/>
      <dgm:t>
        <a:bodyPr/>
        <a:lstStyle/>
        <a:p>
          <a:endParaRPr lang="en-US"/>
        </a:p>
      </dgm:t>
    </dgm:pt>
    <dgm:pt modelId="{49434C50-65EC-4481-AAF9-DF0BC8084C6E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3</a:t>
          </a:r>
          <a:endParaRPr lang="en-US" b="1" dirty="0">
            <a:solidFill>
              <a:schemeClr val="tx1"/>
            </a:solidFill>
          </a:endParaRPr>
        </a:p>
      </dgm:t>
    </dgm:pt>
    <dgm:pt modelId="{73F2CDEE-DD47-4939-97CD-7780421BF5D9}" type="parTrans" cxnId="{BB089AE9-6BD7-4348-9599-32D948E7C53D}">
      <dgm:prSet/>
      <dgm:spPr/>
      <dgm:t>
        <a:bodyPr/>
        <a:lstStyle/>
        <a:p>
          <a:endParaRPr lang="en-US"/>
        </a:p>
      </dgm:t>
    </dgm:pt>
    <dgm:pt modelId="{6B628697-ECF8-4CCF-A56F-305BB52734BA}" type="sibTrans" cxnId="{BB089AE9-6BD7-4348-9599-32D948E7C53D}">
      <dgm:prSet/>
      <dgm:spPr/>
      <dgm:t>
        <a:bodyPr/>
        <a:lstStyle/>
        <a:p>
          <a:endParaRPr lang="en-US"/>
        </a:p>
      </dgm:t>
    </dgm:pt>
    <dgm:pt modelId="{471EB5F0-5A7C-41A2-9AE1-ABC3C5BC95CC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Patient Safety</a:t>
          </a:r>
          <a:endParaRPr lang="en-US" sz="2800" b="1" dirty="0">
            <a:solidFill>
              <a:schemeClr val="tx1"/>
            </a:solidFill>
            <a:latin typeface="+mj-lt"/>
          </a:endParaRPr>
        </a:p>
      </dgm:t>
    </dgm:pt>
    <dgm:pt modelId="{BCC25DCC-B002-497C-B829-4CB2B5C85179}" type="parTrans" cxnId="{9C8FFE06-BED6-4A50-B561-932576AF9D7B}">
      <dgm:prSet/>
      <dgm:spPr/>
      <dgm:t>
        <a:bodyPr/>
        <a:lstStyle/>
        <a:p>
          <a:endParaRPr lang="en-US"/>
        </a:p>
      </dgm:t>
    </dgm:pt>
    <dgm:pt modelId="{CE595188-BC66-4B92-B8DC-5F89A1067AB5}" type="sibTrans" cxnId="{9C8FFE06-BED6-4A50-B561-932576AF9D7B}">
      <dgm:prSet/>
      <dgm:spPr/>
      <dgm:t>
        <a:bodyPr/>
        <a:lstStyle/>
        <a:p>
          <a:endParaRPr lang="en-US"/>
        </a:p>
      </dgm:t>
    </dgm:pt>
    <dgm:pt modelId="{8E005D4A-4F59-491E-99C5-F7DFDF295D7F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Minimizing equipment downtime enhances patient safety and improves the overall quality of care provided in hospitals.</a:t>
          </a:r>
          <a:endParaRPr lang="en-US" sz="2000" dirty="0">
            <a:solidFill>
              <a:schemeClr val="tx1"/>
            </a:solidFill>
            <a:latin typeface="+mn-lt"/>
          </a:endParaRPr>
        </a:p>
      </dgm:t>
    </dgm:pt>
    <dgm:pt modelId="{99339DC4-568C-48C0-8907-AAF2E9AE60E1}" type="parTrans" cxnId="{D96C4E8F-6117-452D-A738-17B58DF9524B}">
      <dgm:prSet/>
      <dgm:spPr/>
      <dgm:t>
        <a:bodyPr/>
        <a:lstStyle/>
        <a:p>
          <a:endParaRPr lang="en-US"/>
        </a:p>
      </dgm:t>
    </dgm:pt>
    <dgm:pt modelId="{A7AE60AE-7139-4096-9D15-CD316B716DBB}" type="sibTrans" cxnId="{D96C4E8F-6117-452D-A738-17B58DF9524B}">
      <dgm:prSet/>
      <dgm:spPr/>
      <dgm:t>
        <a:bodyPr/>
        <a:lstStyle/>
        <a:p>
          <a:endParaRPr lang="en-US"/>
        </a:p>
      </dgm:t>
    </dgm:pt>
    <dgm:pt modelId="{73F3DA14-07F8-49A0-A2EC-9EB5F38EA5EC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marL="0" marR="0" lvl="0" indent="0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Connecting medical equipment to </a:t>
          </a:r>
          <a:r>
            <a:rPr lang="en-US" sz="2000" dirty="0" err="1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IoT</a:t>
          </a:r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 systems allows for real-time monitoring of equipment performance, enabling predictive maintenance.</a:t>
          </a:r>
          <a:endParaRPr lang="en-US" sz="2000" b="0" dirty="0" smtClean="0">
            <a:solidFill>
              <a:schemeClr val="tx1"/>
            </a:solidFill>
            <a:latin typeface="+mn-lt"/>
          </a:endParaRPr>
        </a:p>
        <a:p>
          <a:pPr marL="228600" lvl="1" indent="0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2800" dirty="0"/>
        </a:p>
      </dgm:t>
    </dgm:pt>
    <dgm:pt modelId="{27969C82-29BD-44B0-B53A-A56298CF83A2}" type="parTrans" cxnId="{5B0EE909-D6B9-49E1-9E7E-B09BA4EE8B41}">
      <dgm:prSet/>
      <dgm:spPr/>
      <dgm:t>
        <a:bodyPr/>
        <a:lstStyle/>
        <a:p>
          <a:endParaRPr lang="en-US"/>
        </a:p>
      </dgm:t>
    </dgm:pt>
    <dgm:pt modelId="{4F39AB8F-8DED-496A-A8D5-5F1AFC819EC8}" type="sibTrans" cxnId="{5B0EE909-D6B9-49E1-9E7E-B09BA4EE8B41}">
      <dgm:prSet/>
      <dgm:spPr/>
      <dgm:t>
        <a:bodyPr/>
        <a:lstStyle/>
        <a:p>
          <a:endParaRPr lang="en-US"/>
        </a:p>
      </dgm:t>
    </dgm:pt>
    <dgm:pt modelId="{0DC60142-974C-48CE-9988-B2E121356531}" type="pres">
      <dgm:prSet presAssocID="{AD0CA2C3-C2AB-401B-AE6B-89CAEC31AD64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A4C35E9-165F-423F-B983-84353CAB6DAA}" type="pres">
      <dgm:prSet presAssocID="{44C88C08-1BA3-4E16-9206-B1A2192D1ADA}" presName="composite" presStyleCnt="0"/>
      <dgm:spPr/>
    </dgm:pt>
    <dgm:pt modelId="{56A5EE11-484A-4452-87F5-27A9DC8F5507}" type="pres">
      <dgm:prSet presAssocID="{44C88C08-1BA3-4E16-9206-B1A2192D1ADA}" presName="parentText" presStyleLbl="alignNode1" presStyleIdx="0" presStyleCnt="3" custLinFactNeighborX="0" custLinFactNeighborY="-531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2AD391-F068-4C97-809B-362324C9A87F}" type="pres">
      <dgm:prSet presAssocID="{44C88C08-1BA3-4E16-9206-B1A2192D1ADA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027BA6-830C-4948-B4FA-0228AF8D5FF2}" type="pres">
      <dgm:prSet presAssocID="{CA3AC4B3-AF17-42EC-B9AD-F7CE3B3E7229}" presName="sp" presStyleCnt="0"/>
      <dgm:spPr/>
    </dgm:pt>
    <dgm:pt modelId="{3244F351-009F-4CE5-9BFE-EBB37935CBA9}" type="pres">
      <dgm:prSet presAssocID="{652FFAA0-D744-4C06-A53D-BC3D5BD41211}" presName="composite" presStyleCnt="0"/>
      <dgm:spPr/>
    </dgm:pt>
    <dgm:pt modelId="{53284070-1A72-4BFC-8361-0A0D14E22BE6}" type="pres">
      <dgm:prSet presAssocID="{652FFAA0-D744-4C06-A53D-BC3D5BD41211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38DD36-5E62-406C-BCA3-1ABD26B0D4FB}" type="pres">
      <dgm:prSet presAssocID="{652FFAA0-D744-4C06-A53D-BC3D5BD41211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A0C802-B938-4B33-9A82-31B1C1F00B2A}" type="pres">
      <dgm:prSet presAssocID="{4A49723B-88F1-470C-B803-7E6458FECD0A}" presName="sp" presStyleCnt="0"/>
      <dgm:spPr/>
    </dgm:pt>
    <dgm:pt modelId="{8E45D3D2-60B4-4F03-BD45-AEFCB5D65C77}" type="pres">
      <dgm:prSet presAssocID="{49434C50-65EC-4481-AAF9-DF0BC8084C6E}" presName="composite" presStyleCnt="0"/>
      <dgm:spPr/>
    </dgm:pt>
    <dgm:pt modelId="{7F1C5928-FBDE-4187-A7FC-829ABB9E279C}" type="pres">
      <dgm:prSet presAssocID="{49434C50-65EC-4481-AAF9-DF0BC8084C6E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B1A9F0-6F3F-4793-AB69-D30273F09E3F}" type="pres">
      <dgm:prSet presAssocID="{49434C50-65EC-4481-AAF9-DF0BC8084C6E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BAC66A0-FCDF-491B-B5DA-B4FF73E620E7}" type="presOf" srcId="{DE9DC7F6-FD25-4C24-8F6F-9962798B2184}" destId="{0B38DD36-5E62-406C-BCA3-1ABD26B0D4FB}" srcOrd="0" destOrd="1" presId="urn:microsoft.com/office/officeart/2005/8/layout/chevron2"/>
    <dgm:cxn modelId="{707D2A5E-64EB-42D6-B2BB-41C49B1EA9BA}" type="presOf" srcId="{38E546E0-AEDD-4F64-8018-D99FE08DD512}" destId="{352AD391-F068-4C97-809B-362324C9A87F}" srcOrd="0" destOrd="0" presId="urn:microsoft.com/office/officeart/2005/8/layout/chevron2"/>
    <dgm:cxn modelId="{FAF1E9D5-086D-4555-925B-8A76BDFBDDFD}" type="presOf" srcId="{AD0CA2C3-C2AB-401B-AE6B-89CAEC31AD64}" destId="{0DC60142-974C-48CE-9988-B2E121356531}" srcOrd="0" destOrd="0" presId="urn:microsoft.com/office/officeart/2005/8/layout/chevron2"/>
    <dgm:cxn modelId="{A6C9A3FD-B027-4DCA-8C52-4A397A90C190}" srcId="{AD0CA2C3-C2AB-401B-AE6B-89CAEC31AD64}" destId="{652FFAA0-D744-4C06-A53D-BC3D5BD41211}" srcOrd="1" destOrd="0" parTransId="{8616A9D0-CF05-4BB7-A910-4D58A6454781}" sibTransId="{4A49723B-88F1-470C-B803-7E6458FECD0A}"/>
    <dgm:cxn modelId="{BB089AE9-6BD7-4348-9599-32D948E7C53D}" srcId="{AD0CA2C3-C2AB-401B-AE6B-89CAEC31AD64}" destId="{49434C50-65EC-4481-AAF9-DF0BC8084C6E}" srcOrd="2" destOrd="0" parTransId="{73F2CDEE-DD47-4939-97CD-7780421BF5D9}" sibTransId="{6B628697-ECF8-4CCF-A56F-305BB52734BA}"/>
    <dgm:cxn modelId="{26231E97-50F0-4034-953A-87BB754F0009}" type="presOf" srcId="{8E005D4A-4F59-491E-99C5-F7DFDF295D7F}" destId="{74B1A9F0-6F3F-4793-AB69-D30273F09E3F}" srcOrd="0" destOrd="1" presId="urn:microsoft.com/office/officeart/2005/8/layout/chevron2"/>
    <dgm:cxn modelId="{640845EA-0FC9-4A74-9F78-95DBBDE713E9}" srcId="{652FFAA0-D744-4C06-A53D-BC3D5BD41211}" destId="{DE9DC7F6-FD25-4C24-8F6F-9962798B2184}" srcOrd="1" destOrd="0" parTransId="{1B0B9B35-3BA5-4BB2-9D47-8767BFFFEF6D}" sibTransId="{5E5B4EDD-85F0-414A-8462-232FDD81A353}"/>
    <dgm:cxn modelId="{788847E6-3ED5-40A1-A844-37D1D0681EC1}" type="presOf" srcId="{E9A745CF-39E9-45D7-83EE-E804A69464C4}" destId="{352AD391-F068-4C97-809B-362324C9A87F}" srcOrd="0" destOrd="1" presId="urn:microsoft.com/office/officeart/2005/8/layout/chevron2"/>
    <dgm:cxn modelId="{D96C4E8F-6117-452D-A738-17B58DF9524B}" srcId="{49434C50-65EC-4481-AAF9-DF0BC8084C6E}" destId="{8E005D4A-4F59-491E-99C5-F7DFDF295D7F}" srcOrd="1" destOrd="0" parTransId="{99339DC4-568C-48C0-8907-AAF2E9AE60E1}" sibTransId="{A7AE60AE-7139-4096-9D15-CD316B716DBB}"/>
    <dgm:cxn modelId="{0DD2F64E-1F21-4630-8CB3-E0AC574F9D52}" srcId="{44C88C08-1BA3-4E16-9206-B1A2192D1ADA}" destId="{E9A745CF-39E9-45D7-83EE-E804A69464C4}" srcOrd="1" destOrd="0" parTransId="{15478AC1-3C67-404D-A491-2742163FF8FD}" sibTransId="{D4489DF0-5C45-4E0E-BCDF-4261BA31416A}"/>
    <dgm:cxn modelId="{9C8FFE06-BED6-4A50-B561-932576AF9D7B}" srcId="{49434C50-65EC-4481-AAF9-DF0BC8084C6E}" destId="{471EB5F0-5A7C-41A2-9AE1-ABC3C5BC95CC}" srcOrd="0" destOrd="0" parTransId="{BCC25DCC-B002-497C-B829-4CB2B5C85179}" sibTransId="{CE595188-BC66-4B92-B8DC-5F89A1067AB5}"/>
    <dgm:cxn modelId="{52AAA198-5810-4554-AB9A-B8C5039AD5AA}" type="presOf" srcId="{471EB5F0-5A7C-41A2-9AE1-ABC3C5BC95CC}" destId="{74B1A9F0-6F3F-4793-AB69-D30273F09E3F}" srcOrd="0" destOrd="0" presId="urn:microsoft.com/office/officeart/2005/8/layout/chevron2"/>
    <dgm:cxn modelId="{361750B7-98DC-4058-8DDB-82CB76DE668D}" type="presOf" srcId="{652FFAA0-D744-4C06-A53D-BC3D5BD41211}" destId="{53284070-1A72-4BFC-8361-0A0D14E22BE6}" srcOrd="0" destOrd="0" presId="urn:microsoft.com/office/officeart/2005/8/layout/chevron2"/>
    <dgm:cxn modelId="{30BBAB31-5CA9-4785-8EF0-D6D27B76AAE0}" srcId="{AD0CA2C3-C2AB-401B-AE6B-89CAEC31AD64}" destId="{44C88C08-1BA3-4E16-9206-B1A2192D1ADA}" srcOrd="0" destOrd="0" parTransId="{BF099FAE-6BFD-429F-B693-EE7383378438}" sibTransId="{CA3AC4B3-AF17-42EC-B9AD-F7CE3B3E7229}"/>
    <dgm:cxn modelId="{A8A16C57-15F8-4941-835E-20B988FAF2C9}" type="presOf" srcId="{E9234FE7-8E13-4A13-A314-C433C2DE27A0}" destId="{0B38DD36-5E62-406C-BCA3-1ABD26B0D4FB}" srcOrd="0" destOrd="0" presId="urn:microsoft.com/office/officeart/2005/8/layout/chevron2"/>
    <dgm:cxn modelId="{5B0EE909-D6B9-49E1-9E7E-B09BA4EE8B41}" srcId="{44C88C08-1BA3-4E16-9206-B1A2192D1ADA}" destId="{73F3DA14-07F8-49A0-A2EC-9EB5F38EA5EC}" srcOrd="2" destOrd="0" parTransId="{27969C82-29BD-44B0-B53A-A56298CF83A2}" sibTransId="{4F39AB8F-8DED-496A-A8D5-5F1AFC819EC8}"/>
    <dgm:cxn modelId="{AD482808-2F91-4905-8B38-F866CD26C79C}" type="presOf" srcId="{44C88C08-1BA3-4E16-9206-B1A2192D1ADA}" destId="{56A5EE11-484A-4452-87F5-27A9DC8F5507}" srcOrd="0" destOrd="0" presId="urn:microsoft.com/office/officeart/2005/8/layout/chevron2"/>
    <dgm:cxn modelId="{88067FC2-2C68-435B-A7E7-F8EE30809A8B}" type="presOf" srcId="{73F3DA14-07F8-49A0-A2EC-9EB5F38EA5EC}" destId="{352AD391-F068-4C97-809B-362324C9A87F}" srcOrd="0" destOrd="2" presId="urn:microsoft.com/office/officeart/2005/8/layout/chevron2"/>
    <dgm:cxn modelId="{0CA6FA8E-21EF-4095-A12E-01EF034AD38C}" srcId="{44C88C08-1BA3-4E16-9206-B1A2192D1ADA}" destId="{38E546E0-AEDD-4F64-8018-D99FE08DD512}" srcOrd="0" destOrd="0" parTransId="{0B41D2E6-6814-4824-8458-288BBF668599}" sibTransId="{5403AAE0-BAE4-4268-A584-37C0D76C13B7}"/>
    <dgm:cxn modelId="{608AC9B7-F19A-495C-B926-6F6A9FE9C5B3}" type="presOf" srcId="{49434C50-65EC-4481-AAF9-DF0BC8084C6E}" destId="{7F1C5928-FBDE-4187-A7FC-829ABB9E279C}" srcOrd="0" destOrd="0" presId="urn:microsoft.com/office/officeart/2005/8/layout/chevron2"/>
    <dgm:cxn modelId="{DC123DD7-0CD7-4B12-9439-B47E01097821}" srcId="{652FFAA0-D744-4C06-A53D-BC3D5BD41211}" destId="{E9234FE7-8E13-4A13-A314-C433C2DE27A0}" srcOrd="0" destOrd="0" parTransId="{B043C9F9-B68C-4C81-A052-B12EE8DC15CB}" sibTransId="{CE0654F6-0686-40CE-A2A3-07A81A589FB2}"/>
    <dgm:cxn modelId="{4BD95663-68F2-4DD9-96D6-EEF21FD150A6}" type="presParOf" srcId="{0DC60142-974C-48CE-9988-B2E121356531}" destId="{FA4C35E9-165F-423F-B983-84353CAB6DAA}" srcOrd="0" destOrd="0" presId="urn:microsoft.com/office/officeart/2005/8/layout/chevron2"/>
    <dgm:cxn modelId="{28465F91-6AC1-4D76-963F-8744902C0DA3}" type="presParOf" srcId="{FA4C35E9-165F-423F-B983-84353CAB6DAA}" destId="{56A5EE11-484A-4452-87F5-27A9DC8F5507}" srcOrd="0" destOrd="0" presId="urn:microsoft.com/office/officeart/2005/8/layout/chevron2"/>
    <dgm:cxn modelId="{FB742C24-89D7-41AD-A6A7-6DEFFFBE0E38}" type="presParOf" srcId="{FA4C35E9-165F-423F-B983-84353CAB6DAA}" destId="{352AD391-F068-4C97-809B-362324C9A87F}" srcOrd="1" destOrd="0" presId="urn:microsoft.com/office/officeart/2005/8/layout/chevron2"/>
    <dgm:cxn modelId="{2C1AA345-4A1B-4F44-940A-3C35CB9F8A25}" type="presParOf" srcId="{0DC60142-974C-48CE-9988-B2E121356531}" destId="{61027BA6-830C-4948-B4FA-0228AF8D5FF2}" srcOrd="1" destOrd="0" presId="urn:microsoft.com/office/officeart/2005/8/layout/chevron2"/>
    <dgm:cxn modelId="{9B2F1A48-43C1-4C4B-9F60-BE6ADC7E7C20}" type="presParOf" srcId="{0DC60142-974C-48CE-9988-B2E121356531}" destId="{3244F351-009F-4CE5-9BFE-EBB37935CBA9}" srcOrd="2" destOrd="0" presId="urn:microsoft.com/office/officeart/2005/8/layout/chevron2"/>
    <dgm:cxn modelId="{C6DFF892-A5A6-40A7-9AE1-18C982B8321F}" type="presParOf" srcId="{3244F351-009F-4CE5-9BFE-EBB37935CBA9}" destId="{53284070-1A72-4BFC-8361-0A0D14E22BE6}" srcOrd="0" destOrd="0" presId="urn:microsoft.com/office/officeart/2005/8/layout/chevron2"/>
    <dgm:cxn modelId="{B2568CFD-2988-4706-A87D-C52EB8BDBC27}" type="presParOf" srcId="{3244F351-009F-4CE5-9BFE-EBB37935CBA9}" destId="{0B38DD36-5E62-406C-BCA3-1ABD26B0D4FB}" srcOrd="1" destOrd="0" presId="urn:microsoft.com/office/officeart/2005/8/layout/chevron2"/>
    <dgm:cxn modelId="{D7280507-6B50-4B04-804D-BDD8219DBD3A}" type="presParOf" srcId="{0DC60142-974C-48CE-9988-B2E121356531}" destId="{E7A0C802-B938-4B33-9A82-31B1C1F00B2A}" srcOrd="3" destOrd="0" presId="urn:microsoft.com/office/officeart/2005/8/layout/chevron2"/>
    <dgm:cxn modelId="{F79E9CBE-B414-4A31-80DC-977E2B98702A}" type="presParOf" srcId="{0DC60142-974C-48CE-9988-B2E121356531}" destId="{8E45D3D2-60B4-4F03-BD45-AEFCB5D65C77}" srcOrd="4" destOrd="0" presId="urn:microsoft.com/office/officeart/2005/8/layout/chevron2"/>
    <dgm:cxn modelId="{1418A59E-1066-4043-AF92-4F4B1C1110ED}" type="presParOf" srcId="{8E45D3D2-60B4-4F03-BD45-AEFCB5D65C77}" destId="{7F1C5928-FBDE-4187-A7FC-829ABB9E279C}" srcOrd="0" destOrd="0" presId="urn:microsoft.com/office/officeart/2005/8/layout/chevron2"/>
    <dgm:cxn modelId="{9BD653DA-5B5B-400A-A27C-DD13A3BFBAC2}" type="presParOf" srcId="{8E45D3D2-60B4-4F03-BD45-AEFCB5D65C77}" destId="{74B1A9F0-6F3F-4793-AB69-D30273F09E3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C0500D-81C0-4E60-B862-3FEC883C2BB8}" type="doc">
      <dgm:prSet loTypeId="urn:microsoft.com/office/officeart/2005/8/layout/h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29D09C9-60A4-4E0B-8B11-49A11210116A}">
      <dgm:prSet phldrT="[Text]" custT="1"/>
      <dgm:spPr/>
      <dgm:t>
        <a:bodyPr/>
        <a:lstStyle/>
        <a:p>
          <a:r>
            <a:rPr lang="en-US" sz="22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Activity Tracking</a:t>
          </a:r>
          <a:endParaRPr lang="en-US" sz="2200" b="1" dirty="0">
            <a:solidFill>
              <a:schemeClr val="tx1"/>
            </a:solidFill>
            <a:latin typeface="+mj-lt"/>
          </a:endParaRPr>
        </a:p>
      </dgm:t>
    </dgm:pt>
    <dgm:pt modelId="{C95C9115-48FD-477D-A91A-D6B4C3037305}" type="parTrans" cxnId="{5F18BC83-99BF-4172-BAC4-926F6B5088AE}">
      <dgm:prSet/>
      <dgm:spPr/>
      <dgm:t>
        <a:bodyPr/>
        <a:lstStyle/>
        <a:p>
          <a:endParaRPr lang="en-US"/>
        </a:p>
      </dgm:t>
    </dgm:pt>
    <dgm:pt modelId="{0E58E0DF-531A-4973-9C8D-F2BA3D50723B}" type="sibTrans" cxnId="{5F18BC83-99BF-4172-BAC4-926F6B5088AE}">
      <dgm:prSet/>
      <dgm:spPr/>
      <dgm:t>
        <a:bodyPr/>
        <a:lstStyle/>
        <a:p>
          <a:endParaRPr lang="en-US"/>
        </a:p>
      </dgm:t>
    </dgm:pt>
    <dgm:pt modelId="{4ABC89A6-F8E4-4DF1-A388-0C4D525CBEC3}">
      <dgm:prSet phldrT="[Text]" custT="1"/>
      <dgm:spPr/>
      <dgm:t>
        <a:bodyPr/>
        <a:lstStyle/>
        <a:p>
          <a:r>
            <a:rPr lang="en-US" sz="22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Personalized Insights</a:t>
          </a:r>
          <a:endParaRPr lang="en-US" sz="2200" b="1" dirty="0">
            <a:solidFill>
              <a:schemeClr val="tx1"/>
            </a:solidFill>
            <a:latin typeface="+mj-lt"/>
          </a:endParaRPr>
        </a:p>
      </dgm:t>
    </dgm:pt>
    <dgm:pt modelId="{E7945C70-73B6-4073-8B02-95834B050A1E}" type="parTrans" cxnId="{86EE865F-CA92-499D-A78A-7334796FFB61}">
      <dgm:prSet/>
      <dgm:spPr/>
      <dgm:t>
        <a:bodyPr/>
        <a:lstStyle/>
        <a:p>
          <a:endParaRPr lang="en-US"/>
        </a:p>
      </dgm:t>
    </dgm:pt>
    <dgm:pt modelId="{1BE50B9C-9201-435F-93D8-4251C994F132}" type="sibTrans" cxnId="{86EE865F-CA92-499D-A78A-7334796FFB61}">
      <dgm:prSet/>
      <dgm:spPr/>
      <dgm:t>
        <a:bodyPr/>
        <a:lstStyle/>
        <a:p>
          <a:endParaRPr lang="en-US"/>
        </a:p>
      </dgm:t>
    </dgm:pt>
    <dgm:pt modelId="{F7019DF5-C2C2-4809-9682-B2542F293A3B}">
      <dgm:prSet phldrT="[Text]" custT="1"/>
      <dgm:spPr/>
      <dgm:t>
        <a:bodyPr/>
        <a:lstStyle/>
        <a:p>
          <a:pPr algn="ctr"/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This data provides valuable insights into individuals' health and allows them to personalize their fitness goals and routines.</a:t>
          </a:r>
          <a:endParaRPr lang="en-US" sz="2000" dirty="0">
            <a:solidFill>
              <a:schemeClr val="tx1"/>
            </a:solidFill>
            <a:latin typeface="+mn-lt"/>
          </a:endParaRPr>
        </a:p>
      </dgm:t>
    </dgm:pt>
    <dgm:pt modelId="{3C55DDCF-B7A2-458C-8A5C-4233A996FBDF}" type="parTrans" cxnId="{BAA41037-4740-461D-AB7F-7169042245E7}">
      <dgm:prSet/>
      <dgm:spPr/>
      <dgm:t>
        <a:bodyPr/>
        <a:lstStyle/>
        <a:p>
          <a:endParaRPr lang="en-US"/>
        </a:p>
      </dgm:t>
    </dgm:pt>
    <dgm:pt modelId="{0BCDE25B-E157-4ECA-92F3-86253F621EE1}" type="sibTrans" cxnId="{BAA41037-4740-461D-AB7F-7169042245E7}">
      <dgm:prSet/>
      <dgm:spPr/>
      <dgm:t>
        <a:bodyPr/>
        <a:lstStyle/>
        <a:p>
          <a:endParaRPr lang="en-US"/>
        </a:p>
      </dgm:t>
    </dgm:pt>
    <dgm:pt modelId="{5CF10834-06B2-4B70-8DA4-E31BD54C8EC3}">
      <dgm:prSet phldrT="[Text]" custT="1"/>
      <dgm:spPr/>
      <dgm:t>
        <a:bodyPr/>
        <a:lstStyle/>
        <a:p>
          <a:r>
            <a:rPr lang="en-US" sz="2200" b="1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Proactive Health Management</a:t>
          </a:r>
          <a:endParaRPr lang="en-US" sz="2200" b="1" dirty="0">
            <a:solidFill>
              <a:schemeClr val="tx1"/>
            </a:solidFill>
            <a:latin typeface="+mj-lt"/>
          </a:endParaRPr>
        </a:p>
      </dgm:t>
    </dgm:pt>
    <dgm:pt modelId="{23E89C2D-8021-415E-8F19-2C9F6A257F5E}" type="parTrans" cxnId="{4B2A3731-33C5-4F97-ADF9-E40E81C15CD6}">
      <dgm:prSet/>
      <dgm:spPr/>
      <dgm:t>
        <a:bodyPr/>
        <a:lstStyle/>
        <a:p>
          <a:endParaRPr lang="en-US"/>
        </a:p>
      </dgm:t>
    </dgm:pt>
    <dgm:pt modelId="{92A4F97C-C347-48D3-97B7-15F3ABBED4E1}" type="sibTrans" cxnId="{4B2A3731-33C5-4F97-ADF9-E40E81C15CD6}">
      <dgm:prSet/>
      <dgm:spPr/>
      <dgm:t>
        <a:bodyPr/>
        <a:lstStyle/>
        <a:p>
          <a:endParaRPr lang="en-US"/>
        </a:p>
      </dgm:t>
    </dgm:pt>
    <dgm:pt modelId="{2390C686-2370-4AA6-8BA0-F184391DC717}">
      <dgm:prSet phldrT="[Text]" custT="1"/>
      <dgm:spPr/>
      <dgm:t>
        <a:bodyPr/>
        <a:lstStyle/>
        <a:p>
          <a:pPr algn="ctr"/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Wearables encourage individuals to take a proactive approach to their health, leading to healthier habits and potentially reducing the risk of chronic diseases. </a:t>
          </a:r>
          <a:endParaRPr lang="en-US" sz="2000" dirty="0">
            <a:solidFill>
              <a:schemeClr val="tx1"/>
            </a:solidFill>
            <a:latin typeface="+mn-lt"/>
          </a:endParaRPr>
        </a:p>
      </dgm:t>
    </dgm:pt>
    <dgm:pt modelId="{F4C58494-D384-4E0B-954B-8D3C87ACB57F}" type="parTrans" cxnId="{D8554740-DFB7-4B6E-9F2A-F93EFB2689E4}">
      <dgm:prSet/>
      <dgm:spPr/>
      <dgm:t>
        <a:bodyPr/>
        <a:lstStyle/>
        <a:p>
          <a:endParaRPr lang="en-US"/>
        </a:p>
      </dgm:t>
    </dgm:pt>
    <dgm:pt modelId="{8441C7CF-DE1D-413E-9269-B55B8AB3D9A1}" type="sibTrans" cxnId="{D8554740-DFB7-4B6E-9F2A-F93EFB2689E4}">
      <dgm:prSet/>
      <dgm:spPr/>
      <dgm:t>
        <a:bodyPr/>
        <a:lstStyle/>
        <a:p>
          <a:endParaRPr lang="en-US"/>
        </a:p>
      </dgm:t>
    </dgm:pt>
    <dgm:pt modelId="{0EDD5290-9CDB-4921-BC40-2239A65F9618}">
      <dgm:prSet phldrT="[Text]" custT="1"/>
      <dgm:spPr/>
      <dgm:t>
        <a:bodyPr/>
        <a:lstStyle/>
        <a:p>
          <a:pPr algn="ctr"/>
          <a:r>
            <a:rPr lang="en-US" sz="20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Wearable devices, such as fitness trackers and smartwatches, collect data on physical activity, sleep patterns, and heart rate.</a:t>
          </a:r>
          <a:endParaRPr lang="en-US" sz="2000" dirty="0">
            <a:solidFill>
              <a:schemeClr val="tx1"/>
            </a:solidFill>
            <a:latin typeface="+mn-lt"/>
          </a:endParaRPr>
        </a:p>
      </dgm:t>
    </dgm:pt>
    <dgm:pt modelId="{2FAB1E66-6D48-42DF-B2E3-44B2F804C6D2}" type="sibTrans" cxnId="{02A951BE-EE16-4C03-B653-40C2FDE90A99}">
      <dgm:prSet/>
      <dgm:spPr/>
      <dgm:t>
        <a:bodyPr/>
        <a:lstStyle/>
        <a:p>
          <a:endParaRPr lang="en-US"/>
        </a:p>
      </dgm:t>
    </dgm:pt>
    <dgm:pt modelId="{C1EAE289-781D-462B-A82F-C177E6E55437}" type="parTrans" cxnId="{02A951BE-EE16-4C03-B653-40C2FDE90A99}">
      <dgm:prSet/>
      <dgm:spPr/>
      <dgm:t>
        <a:bodyPr/>
        <a:lstStyle/>
        <a:p>
          <a:endParaRPr lang="en-US"/>
        </a:p>
      </dgm:t>
    </dgm:pt>
    <dgm:pt modelId="{B786F3DE-F309-4CBB-9DEB-D462A58CF94C}" type="pres">
      <dgm:prSet presAssocID="{37C0500D-81C0-4E60-B862-3FEC883C2BB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EA6C635-C266-4027-995A-53D7C10B7833}" type="pres">
      <dgm:prSet presAssocID="{829D09C9-60A4-4E0B-8B11-49A11210116A}" presName="composite" presStyleCnt="0"/>
      <dgm:spPr/>
    </dgm:pt>
    <dgm:pt modelId="{281F2678-2777-46D9-A99B-01E24EF88EA6}" type="pres">
      <dgm:prSet presAssocID="{829D09C9-60A4-4E0B-8B11-49A11210116A}" presName="parTx" presStyleLbl="alignNode1" presStyleIdx="0" presStyleCnt="3" custLinFactNeighborX="-103" custLinFactNeighborY="-22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1D39EB-8DCD-46CA-B0BA-6CBA743E3B48}" type="pres">
      <dgm:prSet presAssocID="{829D09C9-60A4-4E0B-8B11-49A11210116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079BEF-8BB9-4A0E-A3FB-C4532570BA34}" type="pres">
      <dgm:prSet presAssocID="{0E58E0DF-531A-4973-9C8D-F2BA3D50723B}" presName="space" presStyleCnt="0"/>
      <dgm:spPr/>
    </dgm:pt>
    <dgm:pt modelId="{79692CEF-B6C1-4521-95C0-C5E755DADC57}" type="pres">
      <dgm:prSet presAssocID="{4ABC89A6-F8E4-4DF1-A388-0C4D525CBEC3}" presName="composite" presStyleCnt="0"/>
      <dgm:spPr/>
    </dgm:pt>
    <dgm:pt modelId="{7F943B76-790B-4C67-8375-B8D50807DC66}" type="pres">
      <dgm:prSet presAssocID="{4ABC89A6-F8E4-4DF1-A388-0C4D525CBEC3}" presName="parTx" presStyleLbl="alignNode1" presStyleIdx="1" presStyleCnt="3" custLinFactNeighborY="301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823D77C-1C63-4C69-B7FC-7E9A87B007CA}" type="pres">
      <dgm:prSet presAssocID="{4ABC89A6-F8E4-4DF1-A388-0C4D525CBEC3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15BADA-D676-4944-915F-421F244F1286}" type="pres">
      <dgm:prSet presAssocID="{1BE50B9C-9201-435F-93D8-4251C994F132}" presName="space" presStyleCnt="0"/>
      <dgm:spPr/>
    </dgm:pt>
    <dgm:pt modelId="{C76F8ECF-00BD-4A28-A7AD-17521B83FFA6}" type="pres">
      <dgm:prSet presAssocID="{5CF10834-06B2-4B70-8DA4-E31BD54C8EC3}" presName="composite" presStyleCnt="0"/>
      <dgm:spPr/>
    </dgm:pt>
    <dgm:pt modelId="{7492347B-2763-48AA-BB76-D9AFC371F5A2}" type="pres">
      <dgm:prSet presAssocID="{5CF10834-06B2-4B70-8DA4-E31BD54C8EC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78FA71-F3E9-4D5B-ADFC-17987FBDB46C}" type="pres">
      <dgm:prSet presAssocID="{5CF10834-06B2-4B70-8DA4-E31BD54C8EC3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653488-B5E4-420D-8EF9-55D102371918}" type="presOf" srcId="{0EDD5290-9CDB-4921-BC40-2239A65F9618}" destId="{1D1D39EB-8DCD-46CA-B0BA-6CBA743E3B48}" srcOrd="0" destOrd="0" presId="urn:microsoft.com/office/officeart/2005/8/layout/hList1"/>
    <dgm:cxn modelId="{02A951BE-EE16-4C03-B653-40C2FDE90A99}" srcId="{829D09C9-60A4-4E0B-8B11-49A11210116A}" destId="{0EDD5290-9CDB-4921-BC40-2239A65F9618}" srcOrd="0" destOrd="0" parTransId="{C1EAE289-781D-462B-A82F-C177E6E55437}" sibTransId="{2FAB1E66-6D48-42DF-B2E3-44B2F804C6D2}"/>
    <dgm:cxn modelId="{86EE865F-CA92-499D-A78A-7334796FFB61}" srcId="{37C0500D-81C0-4E60-B862-3FEC883C2BB8}" destId="{4ABC89A6-F8E4-4DF1-A388-0C4D525CBEC3}" srcOrd="1" destOrd="0" parTransId="{E7945C70-73B6-4073-8B02-95834B050A1E}" sibTransId="{1BE50B9C-9201-435F-93D8-4251C994F132}"/>
    <dgm:cxn modelId="{BAA41037-4740-461D-AB7F-7169042245E7}" srcId="{4ABC89A6-F8E4-4DF1-A388-0C4D525CBEC3}" destId="{F7019DF5-C2C2-4809-9682-B2542F293A3B}" srcOrd="0" destOrd="0" parTransId="{3C55DDCF-B7A2-458C-8A5C-4233A996FBDF}" sibTransId="{0BCDE25B-E157-4ECA-92F3-86253F621EE1}"/>
    <dgm:cxn modelId="{20061240-E299-45A6-AADB-8E5B6089DD6E}" type="presOf" srcId="{37C0500D-81C0-4E60-B862-3FEC883C2BB8}" destId="{B786F3DE-F309-4CBB-9DEB-D462A58CF94C}" srcOrd="0" destOrd="0" presId="urn:microsoft.com/office/officeart/2005/8/layout/hList1"/>
    <dgm:cxn modelId="{973A8FF2-0DAE-48F9-9715-BA23C1BB0B72}" type="presOf" srcId="{2390C686-2370-4AA6-8BA0-F184391DC717}" destId="{6A78FA71-F3E9-4D5B-ADFC-17987FBDB46C}" srcOrd="0" destOrd="0" presId="urn:microsoft.com/office/officeart/2005/8/layout/hList1"/>
    <dgm:cxn modelId="{5534AA8A-B13D-4EA0-AA5A-82A25DF0D30F}" type="presOf" srcId="{829D09C9-60A4-4E0B-8B11-49A11210116A}" destId="{281F2678-2777-46D9-A99B-01E24EF88EA6}" srcOrd="0" destOrd="0" presId="urn:microsoft.com/office/officeart/2005/8/layout/hList1"/>
    <dgm:cxn modelId="{1878FAE9-CBD7-4BA2-BF37-B8BB75B3AB5A}" type="presOf" srcId="{4ABC89A6-F8E4-4DF1-A388-0C4D525CBEC3}" destId="{7F943B76-790B-4C67-8375-B8D50807DC66}" srcOrd="0" destOrd="0" presId="urn:microsoft.com/office/officeart/2005/8/layout/hList1"/>
    <dgm:cxn modelId="{4B2A3731-33C5-4F97-ADF9-E40E81C15CD6}" srcId="{37C0500D-81C0-4E60-B862-3FEC883C2BB8}" destId="{5CF10834-06B2-4B70-8DA4-E31BD54C8EC3}" srcOrd="2" destOrd="0" parTransId="{23E89C2D-8021-415E-8F19-2C9F6A257F5E}" sibTransId="{92A4F97C-C347-48D3-97B7-15F3ABBED4E1}"/>
    <dgm:cxn modelId="{5855FD80-FEF2-4CF9-9E20-AA33F9C4C619}" type="presOf" srcId="{5CF10834-06B2-4B70-8DA4-E31BD54C8EC3}" destId="{7492347B-2763-48AA-BB76-D9AFC371F5A2}" srcOrd="0" destOrd="0" presId="urn:microsoft.com/office/officeart/2005/8/layout/hList1"/>
    <dgm:cxn modelId="{5F18BC83-99BF-4172-BAC4-926F6B5088AE}" srcId="{37C0500D-81C0-4E60-B862-3FEC883C2BB8}" destId="{829D09C9-60A4-4E0B-8B11-49A11210116A}" srcOrd="0" destOrd="0" parTransId="{C95C9115-48FD-477D-A91A-D6B4C3037305}" sibTransId="{0E58E0DF-531A-4973-9C8D-F2BA3D50723B}"/>
    <dgm:cxn modelId="{4035AED6-B90E-4EE1-B8C7-1CFC1BBE55EC}" type="presOf" srcId="{F7019DF5-C2C2-4809-9682-B2542F293A3B}" destId="{3823D77C-1C63-4C69-B7FC-7E9A87B007CA}" srcOrd="0" destOrd="0" presId="urn:microsoft.com/office/officeart/2005/8/layout/hList1"/>
    <dgm:cxn modelId="{D8554740-DFB7-4B6E-9F2A-F93EFB2689E4}" srcId="{5CF10834-06B2-4B70-8DA4-E31BD54C8EC3}" destId="{2390C686-2370-4AA6-8BA0-F184391DC717}" srcOrd="0" destOrd="0" parTransId="{F4C58494-D384-4E0B-954B-8D3C87ACB57F}" sibTransId="{8441C7CF-DE1D-413E-9269-B55B8AB3D9A1}"/>
    <dgm:cxn modelId="{CDDF02BF-86C9-4191-A318-A22F68CD6FC5}" type="presParOf" srcId="{B786F3DE-F309-4CBB-9DEB-D462A58CF94C}" destId="{CEA6C635-C266-4027-995A-53D7C10B7833}" srcOrd="0" destOrd="0" presId="urn:microsoft.com/office/officeart/2005/8/layout/hList1"/>
    <dgm:cxn modelId="{8DF5FCA8-0A53-4FB1-9070-9E198B96D9D6}" type="presParOf" srcId="{CEA6C635-C266-4027-995A-53D7C10B7833}" destId="{281F2678-2777-46D9-A99B-01E24EF88EA6}" srcOrd="0" destOrd="0" presId="urn:microsoft.com/office/officeart/2005/8/layout/hList1"/>
    <dgm:cxn modelId="{6B2F8584-E2E4-4FEA-B4C7-08AF0C706E97}" type="presParOf" srcId="{CEA6C635-C266-4027-995A-53D7C10B7833}" destId="{1D1D39EB-8DCD-46CA-B0BA-6CBA743E3B48}" srcOrd="1" destOrd="0" presId="urn:microsoft.com/office/officeart/2005/8/layout/hList1"/>
    <dgm:cxn modelId="{7768A4B2-5410-4110-8BEA-850972825F59}" type="presParOf" srcId="{B786F3DE-F309-4CBB-9DEB-D462A58CF94C}" destId="{D3079BEF-8BB9-4A0E-A3FB-C4532570BA34}" srcOrd="1" destOrd="0" presId="urn:microsoft.com/office/officeart/2005/8/layout/hList1"/>
    <dgm:cxn modelId="{1296916C-E95E-43ED-A060-752B12D0ED1C}" type="presParOf" srcId="{B786F3DE-F309-4CBB-9DEB-D462A58CF94C}" destId="{79692CEF-B6C1-4521-95C0-C5E755DADC57}" srcOrd="2" destOrd="0" presId="urn:microsoft.com/office/officeart/2005/8/layout/hList1"/>
    <dgm:cxn modelId="{046CF8E6-3B15-4D1E-B0F5-5F985272C9D2}" type="presParOf" srcId="{79692CEF-B6C1-4521-95C0-C5E755DADC57}" destId="{7F943B76-790B-4C67-8375-B8D50807DC66}" srcOrd="0" destOrd="0" presId="urn:microsoft.com/office/officeart/2005/8/layout/hList1"/>
    <dgm:cxn modelId="{54F0BCB5-2817-47DD-9ED7-2C649EA4D1EA}" type="presParOf" srcId="{79692CEF-B6C1-4521-95C0-C5E755DADC57}" destId="{3823D77C-1C63-4C69-B7FC-7E9A87B007CA}" srcOrd="1" destOrd="0" presId="urn:microsoft.com/office/officeart/2005/8/layout/hList1"/>
    <dgm:cxn modelId="{61276519-758E-44CD-A58D-50408C3D4B27}" type="presParOf" srcId="{B786F3DE-F309-4CBB-9DEB-D462A58CF94C}" destId="{1415BADA-D676-4944-915F-421F244F1286}" srcOrd="3" destOrd="0" presId="urn:microsoft.com/office/officeart/2005/8/layout/hList1"/>
    <dgm:cxn modelId="{E2714E59-AD4B-4678-B31B-814B72587470}" type="presParOf" srcId="{B786F3DE-F309-4CBB-9DEB-D462A58CF94C}" destId="{C76F8ECF-00BD-4A28-A7AD-17521B83FFA6}" srcOrd="4" destOrd="0" presId="urn:microsoft.com/office/officeart/2005/8/layout/hList1"/>
    <dgm:cxn modelId="{434C2F64-81C1-4AF4-AB6E-C897788EB369}" type="presParOf" srcId="{C76F8ECF-00BD-4A28-A7AD-17521B83FFA6}" destId="{7492347B-2763-48AA-BB76-D9AFC371F5A2}" srcOrd="0" destOrd="0" presId="urn:microsoft.com/office/officeart/2005/8/layout/hList1"/>
    <dgm:cxn modelId="{36D57430-498D-4146-8C2B-9159EBFA7AAC}" type="presParOf" srcId="{C76F8ECF-00BD-4A28-A7AD-17521B83FFA6}" destId="{6A78FA71-F3E9-4D5B-ADFC-17987FBDB4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F2678-2777-46D9-A99B-01E24EF88EA6}">
      <dsp:nvSpPr>
        <dsp:cNvPr id="0" name=""/>
        <dsp:cNvSpPr/>
      </dsp:nvSpPr>
      <dsp:spPr>
        <a:xfrm>
          <a:off x="3385" y="1175120"/>
          <a:ext cx="3300710" cy="9509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smtClean="0">
              <a:latin typeface="+mj-lt"/>
              <a:ea typeface="Libre Baskerville" pitchFamily="34" charset="-122"/>
              <a:cs typeface="Libre Baskerville" pitchFamily="34" charset="-120"/>
            </a:rPr>
            <a:t>Health Monitoring</a:t>
          </a:r>
          <a:endParaRPr lang="en-US" sz="2200" b="1" kern="1200" dirty="0">
            <a:latin typeface="+mj-lt"/>
          </a:endParaRPr>
        </a:p>
      </dsp:txBody>
      <dsp:txXfrm>
        <a:off x="3385" y="1175120"/>
        <a:ext cx="3300710" cy="950929"/>
      </dsp:txXfrm>
    </dsp:sp>
    <dsp:sp modelId="{1D1D39EB-8DCD-46CA-B0BA-6CBA743E3B48}">
      <dsp:nvSpPr>
        <dsp:cNvPr id="0" name=""/>
        <dsp:cNvSpPr/>
      </dsp:nvSpPr>
      <dsp:spPr>
        <a:xfrm>
          <a:off x="3385" y="2126049"/>
          <a:ext cx="3300710" cy="15756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+mn-lt"/>
              <a:ea typeface="Open Sans" pitchFamily="34" charset="-122"/>
              <a:cs typeface="Open Sans" pitchFamily="34" charset="-120"/>
            </a:rPr>
            <a:t>Wearable fitness trackers and remote patient monitors collect vital health data, empowering individuals and healthcare providers.</a:t>
          </a:r>
          <a:endParaRPr lang="en-US" sz="2000" kern="1200" dirty="0">
            <a:latin typeface="+mn-lt"/>
          </a:endParaRPr>
        </a:p>
      </dsp:txBody>
      <dsp:txXfrm>
        <a:off x="3385" y="2126049"/>
        <a:ext cx="3300710" cy="1575630"/>
      </dsp:txXfrm>
    </dsp:sp>
    <dsp:sp modelId="{7F943B76-790B-4C67-8375-B8D50807DC66}">
      <dsp:nvSpPr>
        <dsp:cNvPr id="0" name=""/>
        <dsp:cNvSpPr/>
      </dsp:nvSpPr>
      <dsp:spPr>
        <a:xfrm>
          <a:off x="3766194" y="1203790"/>
          <a:ext cx="3300710" cy="9509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smtClean="0">
              <a:latin typeface="+mj-lt"/>
              <a:ea typeface="Libre Baskerville" pitchFamily="34" charset="-122"/>
              <a:cs typeface="Libre Baskerville" pitchFamily="34" charset="-120"/>
            </a:rPr>
            <a:t>Chronic Condition Management</a:t>
          </a:r>
          <a:endParaRPr lang="en-US" sz="2800" b="1" kern="1200" dirty="0">
            <a:latin typeface="+mj-lt"/>
          </a:endParaRPr>
        </a:p>
      </dsp:txBody>
      <dsp:txXfrm>
        <a:off x="3766194" y="1203790"/>
        <a:ext cx="3300710" cy="950929"/>
      </dsp:txXfrm>
    </dsp:sp>
    <dsp:sp modelId="{3823D77C-1C63-4C69-B7FC-7E9A87B007CA}">
      <dsp:nvSpPr>
        <dsp:cNvPr id="0" name=""/>
        <dsp:cNvSpPr/>
      </dsp:nvSpPr>
      <dsp:spPr>
        <a:xfrm>
          <a:off x="3766194" y="2126049"/>
          <a:ext cx="3300710" cy="15756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+mn-lt"/>
              <a:ea typeface="Open Sans" pitchFamily="34" charset="-122"/>
              <a:cs typeface="Open Sans" pitchFamily="34" charset="-120"/>
            </a:rPr>
            <a:t>IOT devices aid in managing chronic conditions by providing real-time insights and alerts to patients and caregivers.</a:t>
          </a:r>
          <a:endParaRPr lang="en-US" sz="2000" kern="1200" dirty="0">
            <a:latin typeface="+mn-lt"/>
          </a:endParaRPr>
        </a:p>
      </dsp:txBody>
      <dsp:txXfrm>
        <a:off x="3766194" y="2126049"/>
        <a:ext cx="3300710" cy="1575630"/>
      </dsp:txXfrm>
    </dsp:sp>
    <dsp:sp modelId="{7492347B-2763-48AA-BB76-D9AFC371F5A2}">
      <dsp:nvSpPr>
        <dsp:cNvPr id="0" name=""/>
        <dsp:cNvSpPr/>
      </dsp:nvSpPr>
      <dsp:spPr>
        <a:xfrm>
          <a:off x="7529004" y="1175120"/>
          <a:ext cx="3300710" cy="9509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>
              <a:latin typeface="+mj-lt"/>
              <a:ea typeface="Libre Baskerville" pitchFamily="34" charset="-122"/>
              <a:cs typeface="Libre Baskerville" pitchFamily="34" charset="-120"/>
            </a:rPr>
            <a:t>Enhanced Care</a:t>
          </a:r>
          <a:endParaRPr lang="en-US" sz="2200" b="1" kern="1200" dirty="0">
            <a:latin typeface="+mj-lt"/>
          </a:endParaRPr>
        </a:p>
      </dsp:txBody>
      <dsp:txXfrm>
        <a:off x="7529004" y="1175120"/>
        <a:ext cx="3300710" cy="950929"/>
      </dsp:txXfrm>
    </dsp:sp>
    <dsp:sp modelId="{6A78FA71-F3E9-4D5B-ADFC-17987FBDB46C}">
      <dsp:nvSpPr>
        <dsp:cNvPr id="0" name=""/>
        <dsp:cNvSpPr/>
      </dsp:nvSpPr>
      <dsp:spPr>
        <a:xfrm>
          <a:off x="7529004" y="2126049"/>
          <a:ext cx="3300710" cy="15756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latin typeface="+mn-lt"/>
              <a:ea typeface="Open Sans" pitchFamily="34" charset="-122"/>
              <a:cs typeface="Open Sans" pitchFamily="34" charset="-120"/>
            </a:rPr>
            <a:t>Data gathered from IOT devices helps doctors make informed decisions, leading to better patient outcomes.</a:t>
          </a:r>
          <a:endParaRPr lang="en-US" sz="2000" kern="1200" dirty="0">
            <a:latin typeface="+mn-lt"/>
          </a:endParaRPr>
        </a:p>
      </dsp:txBody>
      <dsp:txXfrm>
        <a:off x="7529004" y="2126049"/>
        <a:ext cx="3300710" cy="15756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5EE11-484A-4452-87F5-27A9DC8F5507}">
      <dsp:nvSpPr>
        <dsp:cNvPr id="0" name=""/>
        <dsp:cNvSpPr/>
      </dsp:nvSpPr>
      <dsp:spPr>
        <a:xfrm rot="5400000">
          <a:off x="-232118" y="232118"/>
          <a:ext cx="1547456" cy="1083219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200" kern="1200" dirty="0"/>
        </a:p>
      </dsp:txBody>
      <dsp:txXfrm rot="-5400000">
        <a:off x="1" y="541610"/>
        <a:ext cx="1083219" cy="464237"/>
      </dsp:txXfrm>
    </dsp:sp>
    <dsp:sp modelId="{352AD391-F068-4C97-809B-362324C9A87F}">
      <dsp:nvSpPr>
        <dsp:cNvPr id="0" name=""/>
        <dsp:cNvSpPr/>
      </dsp:nvSpPr>
      <dsp:spPr>
        <a:xfrm rot="5400000">
          <a:off x="5067886" y="-3982124"/>
          <a:ext cx="1005846" cy="8975180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400" b="1" kern="1200" dirty="0">
            <a:solidFill>
              <a:schemeClr val="tx1"/>
            </a:solidFill>
            <a:latin typeface="+mj-lt"/>
          </a:endParaRP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8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Predictive Maintenance</a:t>
          </a:r>
          <a:endParaRPr lang="en-US" sz="2800" kern="1200" dirty="0">
            <a:solidFill>
              <a:schemeClr val="tx1"/>
            </a:solidFill>
          </a:endParaRP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Char char="••"/>
            <a:tabLst/>
            <a:defRPr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Connecting medical equipment to </a:t>
          </a:r>
          <a:r>
            <a:rPr lang="en-US" sz="2000" kern="1200" dirty="0" err="1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IoT</a:t>
          </a: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 systems allows for real-time monitoring of equipment performance, enabling predictive maintenance.</a:t>
          </a:r>
          <a:endParaRPr lang="en-US" sz="2000" b="0" kern="1200" dirty="0" smtClean="0">
            <a:solidFill>
              <a:schemeClr val="tx1"/>
            </a:solidFill>
            <a:latin typeface="+mn-lt"/>
          </a:endParaRPr>
        </a:p>
        <a:p>
          <a:pPr marL="228600" lvl="1" indent="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2800" kern="1200" dirty="0"/>
        </a:p>
      </dsp:txBody>
      <dsp:txXfrm rot="-5400000">
        <a:off x="1083220" y="51643"/>
        <a:ext cx="8926079" cy="907644"/>
      </dsp:txXfrm>
    </dsp:sp>
    <dsp:sp modelId="{53284070-1A72-4BFC-8361-0A0D14E22BE6}">
      <dsp:nvSpPr>
        <dsp:cNvPr id="0" name=""/>
        <dsp:cNvSpPr/>
      </dsp:nvSpPr>
      <dsp:spPr>
        <a:xfrm rot="5400000">
          <a:off x="-232118" y="1587443"/>
          <a:ext cx="1547456" cy="1083219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</a:rPr>
            <a:t>2</a:t>
          </a:r>
          <a:endParaRPr lang="en-US" sz="3200" b="1" kern="1200" dirty="0"/>
        </a:p>
      </dsp:txBody>
      <dsp:txXfrm rot="-5400000">
        <a:off x="1" y="1896935"/>
        <a:ext cx="1083219" cy="464237"/>
      </dsp:txXfrm>
    </dsp:sp>
    <dsp:sp modelId="{0B38DD36-5E62-406C-BCA3-1ABD26B0D4FB}">
      <dsp:nvSpPr>
        <dsp:cNvPr id="0" name=""/>
        <dsp:cNvSpPr/>
      </dsp:nvSpPr>
      <dsp:spPr>
        <a:xfrm rot="5400000">
          <a:off x="5067886" y="-2629341"/>
          <a:ext cx="1005846" cy="8975180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Reduced Downtime</a:t>
          </a:r>
          <a:endParaRPr lang="en-US" sz="2800" b="1" kern="1200" dirty="0">
            <a:solidFill>
              <a:schemeClr val="tx1"/>
            </a:solidFill>
            <a:latin typeface="+mj-lt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By identifying potential issues before they lead to failures, predictive maintenance reduces equipment downtime, ensuring that critical tools are available when needed.</a:t>
          </a:r>
          <a:endParaRPr lang="en-US" sz="2000" kern="1200" dirty="0">
            <a:solidFill>
              <a:schemeClr val="tx1"/>
            </a:solidFill>
            <a:latin typeface="+mn-lt"/>
          </a:endParaRPr>
        </a:p>
      </dsp:txBody>
      <dsp:txXfrm rot="-5400000">
        <a:off x="1083220" y="1404426"/>
        <a:ext cx="8926079" cy="907644"/>
      </dsp:txXfrm>
    </dsp:sp>
    <dsp:sp modelId="{7F1C5928-FBDE-4187-A7FC-829ABB9E279C}">
      <dsp:nvSpPr>
        <dsp:cNvPr id="0" name=""/>
        <dsp:cNvSpPr/>
      </dsp:nvSpPr>
      <dsp:spPr>
        <a:xfrm rot="5400000">
          <a:off x="-232118" y="2940226"/>
          <a:ext cx="1547456" cy="1083219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 smtClean="0">
              <a:solidFill>
                <a:schemeClr val="tx1"/>
              </a:solidFill>
            </a:rPr>
            <a:t>3</a:t>
          </a:r>
          <a:endParaRPr lang="en-US" sz="3200" b="1" kern="1200" dirty="0">
            <a:solidFill>
              <a:schemeClr val="tx1"/>
            </a:solidFill>
          </a:endParaRPr>
        </a:p>
      </dsp:txBody>
      <dsp:txXfrm rot="-5400000">
        <a:off x="1" y="3249718"/>
        <a:ext cx="1083219" cy="464237"/>
      </dsp:txXfrm>
    </dsp:sp>
    <dsp:sp modelId="{74B1A9F0-6F3F-4793-AB69-D30273F09E3F}">
      <dsp:nvSpPr>
        <dsp:cNvPr id="0" name=""/>
        <dsp:cNvSpPr/>
      </dsp:nvSpPr>
      <dsp:spPr>
        <a:xfrm rot="5400000">
          <a:off x="5067886" y="-1276558"/>
          <a:ext cx="1005846" cy="8975180"/>
        </a:xfrm>
        <a:prstGeom prst="round2SameRect">
          <a:avLst/>
        </a:prstGeom>
        <a:solidFill>
          <a:schemeClr val="lt1"/>
        </a:solidFill>
        <a:ln w="127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Patient Safety</a:t>
          </a:r>
          <a:endParaRPr lang="en-US" sz="2800" b="1" kern="1200" dirty="0">
            <a:solidFill>
              <a:schemeClr val="tx1"/>
            </a:solidFill>
            <a:latin typeface="+mj-lt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Minimizing equipment downtime enhances patient safety and improves the overall quality of care provided in hospitals.</a:t>
          </a:r>
          <a:endParaRPr lang="en-US" sz="2000" kern="1200" dirty="0">
            <a:solidFill>
              <a:schemeClr val="tx1"/>
            </a:solidFill>
            <a:latin typeface="+mn-lt"/>
          </a:endParaRPr>
        </a:p>
      </dsp:txBody>
      <dsp:txXfrm rot="-5400000">
        <a:off x="1083220" y="2757209"/>
        <a:ext cx="8926079" cy="9076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F2678-2777-46D9-A99B-01E24EF88EA6}">
      <dsp:nvSpPr>
        <dsp:cNvPr id="0" name=""/>
        <dsp:cNvSpPr/>
      </dsp:nvSpPr>
      <dsp:spPr>
        <a:xfrm>
          <a:off x="0" y="10415"/>
          <a:ext cx="3641782" cy="95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Activity Tracking</a:t>
          </a:r>
          <a:endParaRPr lang="en-US" sz="2200" b="1" kern="1200" dirty="0">
            <a:solidFill>
              <a:schemeClr val="tx1"/>
            </a:solidFill>
            <a:latin typeface="+mj-lt"/>
          </a:endParaRPr>
        </a:p>
      </dsp:txBody>
      <dsp:txXfrm>
        <a:off x="0" y="10415"/>
        <a:ext cx="3641782" cy="950400"/>
      </dsp:txXfrm>
    </dsp:sp>
    <dsp:sp modelId="{1D1D39EB-8DCD-46CA-B0BA-6CBA743E3B48}">
      <dsp:nvSpPr>
        <dsp:cNvPr id="0" name=""/>
        <dsp:cNvSpPr/>
      </dsp:nvSpPr>
      <dsp:spPr>
        <a:xfrm>
          <a:off x="3735" y="962991"/>
          <a:ext cx="3641782" cy="18329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Wearable devices, such as fitness trackers and smartwatches, collect data on physical activity, sleep patterns, and heart rate.</a:t>
          </a:r>
          <a:endParaRPr lang="en-US" sz="2000" kern="1200" dirty="0">
            <a:solidFill>
              <a:schemeClr val="tx1"/>
            </a:solidFill>
            <a:latin typeface="+mn-lt"/>
          </a:endParaRPr>
        </a:p>
      </dsp:txBody>
      <dsp:txXfrm>
        <a:off x="3735" y="962991"/>
        <a:ext cx="3641782" cy="1832930"/>
      </dsp:txXfrm>
    </dsp:sp>
    <dsp:sp modelId="{7F943B76-790B-4C67-8375-B8D50807DC66}">
      <dsp:nvSpPr>
        <dsp:cNvPr id="0" name=""/>
        <dsp:cNvSpPr/>
      </dsp:nvSpPr>
      <dsp:spPr>
        <a:xfrm>
          <a:off x="4155366" y="41246"/>
          <a:ext cx="3641782" cy="95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Personalized Insights</a:t>
          </a:r>
          <a:endParaRPr lang="en-US" sz="2200" b="1" kern="1200" dirty="0">
            <a:solidFill>
              <a:schemeClr val="tx1"/>
            </a:solidFill>
            <a:latin typeface="+mj-lt"/>
          </a:endParaRPr>
        </a:p>
      </dsp:txBody>
      <dsp:txXfrm>
        <a:off x="4155366" y="41246"/>
        <a:ext cx="3641782" cy="950400"/>
      </dsp:txXfrm>
    </dsp:sp>
    <dsp:sp modelId="{3823D77C-1C63-4C69-B7FC-7E9A87B007CA}">
      <dsp:nvSpPr>
        <dsp:cNvPr id="0" name=""/>
        <dsp:cNvSpPr/>
      </dsp:nvSpPr>
      <dsp:spPr>
        <a:xfrm>
          <a:off x="4155366" y="962991"/>
          <a:ext cx="3641782" cy="18329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This data provides valuable insights into individuals' health and allows them to personalize their fitness goals and routines.</a:t>
          </a:r>
          <a:endParaRPr lang="en-US" sz="2000" kern="1200" dirty="0">
            <a:solidFill>
              <a:schemeClr val="tx1"/>
            </a:solidFill>
            <a:latin typeface="+mn-lt"/>
          </a:endParaRPr>
        </a:p>
      </dsp:txBody>
      <dsp:txXfrm>
        <a:off x="4155366" y="962991"/>
        <a:ext cx="3641782" cy="1832930"/>
      </dsp:txXfrm>
    </dsp:sp>
    <dsp:sp modelId="{7492347B-2763-48AA-BB76-D9AFC371F5A2}">
      <dsp:nvSpPr>
        <dsp:cNvPr id="0" name=""/>
        <dsp:cNvSpPr/>
      </dsp:nvSpPr>
      <dsp:spPr>
        <a:xfrm>
          <a:off x="8306998" y="12591"/>
          <a:ext cx="3641782" cy="9504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1" kern="1200" dirty="0" smtClean="0">
              <a:solidFill>
                <a:schemeClr val="tx1"/>
              </a:solidFill>
              <a:latin typeface="+mj-lt"/>
              <a:ea typeface="Alexandria Semi Bold" pitchFamily="34" charset="-122"/>
              <a:cs typeface="Alexandria Semi Bold" pitchFamily="34" charset="-120"/>
            </a:rPr>
            <a:t>Proactive Health Management</a:t>
          </a:r>
          <a:endParaRPr lang="en-US" sz="2200" b="1" kern="1200" dirty="0">
            <a:solidFill>
              <a:schemeClr val="tx1"/>
            </a:solidFill>
            <a:latin typeface="+mj-lt"/>
          </a:endParaRPr>
        </a:p>
      </dsp:txBody>
      <dsp:txXfrm>
        <a:off x="8306998" y="12591"/>
        <a:ext cx="3641782" cy="950400"/>
      </dsp:txXfrm>
    </dsp:sp>
    <dsp:sp modelId="{6A78FA71-F3E9-4D5B-ADFC-17987FBDB46C}">
      <dsp:nvSpPr>
        <dsp:cNvPr id="0" name=""/>
        <dsp:cNvSpPr/>
      </dsp:nvSpPr>
      <dsp:spPr>
        <a:xfrm>
          <a:off x="8306998" y="962991"/>
          <a:ext cx="3641782" cy="183293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>
              <a:solidFill>
                <a:schemeClr val="tx1"/>
              </a:solidFill>
              <a:latin typeface="+mn-lt"/>
              <a:ea typeface="Sora Light" pitchFamily="34" charset="-122"/>
              <a:cs typeface="Sora Light" pitchFamily="34" charset="-120"/>
            </a:rPr>
            <a:t>Wearables encourage individuals to take a proactive approach to their health, leading to healthier habits and potentially reducing the risk of chronic diseases. </a:t>
          </a:r>
          <a:endParaRPr lang="en-US" sz="2000" kern="1200" dirty="0">
            <a:solidFill>
              <a:schemeClr val="tx1"/>
            </a:solidFill>
            <a:latin typeface="+mn-lt"/>
          </a:endParaRPr>
        </a:p>
      </dsp:txBody>
      <dsp:txXfrm>
        <a:off x="8306998" y="962991"/>
        <a:ext cx="3641782" cy="183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AF4C9-3C1E-4627-B91E-5CAF417D88F7}" type="datetimeFigureOut">
              <a:rPr lang="en-US" smtClean="0"/>
              <a:t>12/31/2024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E3109-3C43-4516-A07F-9EA28258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12/31/2024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333" y="3184662"/>
            <a:ext cx="3460330" cy="323071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/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4400" dirty="0">
                <a:solidFill>
                  <a:schemeClr val="tx1"/>
                </a:solidFill>
              </a:rPr>
              <a:t>"Connected </a:t>
            </a:r>
            <a:r>
              <a:rPr lang="en-US" sz="4400" dirty="0" smtClean="0">
                <a:solidFill>
                  <a:schemeClr val="tx1"/>
                </a:solidFill>
              </a:rPr>
              <a:t>World"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837" y="3753951"/>
            <a:ext cx="4775075" cy="559656"/>
          </a:xfrm>
        </p:spPr>
        <p:txBody>
          <a:bodyPr>
            <a:noAutofit/>
          </a:bodyPr>
          <a:lstStyle/>
          <a:p>
            <a:endParaRPr lang="en-US" sz="2600" dirty="0" smtClean="0">
              <a:solidFill>
                <a:schemeClr val="tx1"/>
              </a:solidFill>
            </a:endParaRPr>
          </a:p>
          <a:p>
            <a:r>
              <a:rPr lang="en-US" sz="2500" dirty="0" smtClean="0">
                <a:solidFill>
                  <a:schemeClr val="tx1"/>
                </a:solidFill>
              </a:rPr>
              <a:t>"The impact of IOT on our lives"</a:t>
            </a:r>
            <a:endParaRPr lang="en-US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ectangle 4"/>
          <p:cNvSpPr/>
          <p:nvPr/>
        </p:nvSpPr>
        <p:spPr>
          <a:xfrm>
            <a:off x="2082800" y="1595628"/>
            <a:ext cx="7429500" cy="381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60600" y="1778000"/>
            <a:ext cx="7073900" cy="345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9500" y="1866900"/>
            <a:ext cx="6896100" cy="3276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628900" y="2247900"/>
            <a:ext cx="62992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 smtClean="0"/>
              <a:t>PRESENTED BY :               SAP ID’s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sz="2000" b="1" dirty="0" smtClean="0"/>
              <a:t>M.AWAIS AMJAD                               5112323017                     </a:t>
            </a:r>
          </a:p>
          <a:p>
            <a:r>
              <a:rPr lang="en-US" sz="2000" b="1" dirty="0" smtClean="0"/>
              <a:t>M.SARMAD MUMTAZ                      5112323025</a:t>
            </a:r>
          </a:p>
          <a:p>
            <a:r>
              <a:rPr lang="en-US" sz="2000" b="1" dirty="0" smtClean="0"/>
              <a:t>OSAM ZUBAIR                                   5112323014</a:t>
            </a:r>
          </a:p>
          <a:p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48182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74738" y="1403354"/>
            <a:ext cx="9842501" cy="4051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301728" y="1460403"/>
            <a:ext cx="2730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/>
              <a:t>IOT :</a:t>
            </a:r>
            <a:endParaRPr lang="en-US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2559039" y="2472659"/>
            <a:ext cx="6642100" cy="1945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600" dirty="0">
                <a:ea typeface="Open Sans" panose="020B0604020202020204" charset="0"/>
                <a:cs typeface="Open Sans" panose="020B0604020202020204" charset="0"/>
              </a:rPr>
              <a:t>The Internet of Things (</a:t>
            </a:r>
            <a:r>
              <a:rPr lang="en-US" sz="2600" dirty="0" smtClean="0">
                <a:ea typeface="Open Sans" panose="020B0604020202020204" charset="0"/>
                <a:cs typeface="Open Sans" panose="020B0604020202020204" charset="0"/>
              </a:rPr>
              <a:t>IOT</a:t>
            </a:r>
            <a:r>
              <a:rPr lang="en-US" sz="2600" dirty="0">
                <a:ea typeface="Open Sans" panose="020B0604020202020204" charset="0"/>
                <a:cs typeface="Open Sans" panose="020B0604020202020204" charset="0"/>
              </a:rPr>
              <a:t>) is revolutionizing how we live, work, and interact with the world. This technology is creating a more interconnected world, where devices, systems, and people are increasingly linked together through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2970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4200" y="642594"/>
            <a:ext cx="10972800" cy="56058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5425578" y="874431"/>
            <a:ext cx="59563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  <a:ea typeface="Libre Baskerville" pitchFamily="34" charset="-122"/>
                <a:cs typeface="Libre Baskerville" pitchFamily="34" charset="-120"/>
              </a:rPr>
              <a:t>What is </a:t>
            </a:r>
            <a:r>
              <a:rPr lang="en-US" sz="4400" b="1" dirty="0" smtClean="0">
                <a:latin typeface="+mj-lt"/>
                <a:ea typeface="Libre Baskerville" pitchFamily="34" charset="-122"/>
                <a:cs typeface="Libre Baskerville" pitchFamily="34" charset="-120"/>
              </a:rPr>
              <a:t>IOT ?</a:t>
            </a:r>
          </a:p>
          <a:p>
            <a:endParaRPr lang="en-US" sz="4400" b="1" dirty="0" smtClean="0">
              <a:latin typeface="+mj-lt"/>
              <a:ea typeface="Libre Baskerville" pitchFamily="34" charset="-122"/>
              <a:cs typeface="Libre Baskerville" pitchFamily="34" charset="-120"/>
            </a:endParaRPr>
          </a:p>
          <a:p>
            <a:pPr marL="457200" indent="-457200">
              <a:buAutoNum type="arabicPeriod"/>
            </a:pPr>
            <a:r>
              <a:rPr lang="en-US" sz="2200" b="1" dirty="0" smtClean="0">
                <a:latin typeface="+mj-lt"/>
              </a:rPr>
              <a:t>Network </a:t>
            </a:r>
            <a:r>
              <a:rPr lang="en-US" sz="2200" b="1" dirty="0">
                <a:latin typeface="+mj-lt"/>
              </a:rPr>
              <a:t>of </a:t>
            </a:r>
            <a:r>
              <a:rPr lang="en-US" sz="2200" b="1" dirty="0" smtClean="0">
                <a:latin typeface="+mj-lt"/>
              </a:rPr>
              <a:t>Devices        </a:t>
            </a:r>
            <a:r>
              <a:rPr lang="en-US" sz="2400" b="1" dirty="0"/>
              <a:t>2. Wide Range </a:t>
            </a:r>
            <a:r>
              <a:rPr lang="en-US" sz="2400" b="1" dirty="0" smtClean="0"/>
              <a:t>of</a:t>
            </a:r>
          </a:p>
          <a:p>
            <a:r>
              <a:rPr lang="en-US" sz="2400" b="1" dirty="0"/>
              <a:t> </a:t>
            </a:r>
            <a:r>
              <a:rPr lang="en-US" sz="2400" b="1" dirty="0" smtClean="0"/>
              <a:t>                                                Applications</a:t>
            </a:r>
          </a:p>
          <a:p>
            <a:endParaRPr lang="en-US" sz="2400" b="1" dirty="0"/>
          </a:p>
          <a:p>
            <a:r>
              <a:rPr lang="en-US" dirty="0" smtClean="0"/>
              <a:t> IOT </a:t>
            </a:r>
            <a:r>
              <a:rPr lang="en-US" dirty="0"/>
              <a:t>involves physical </a:t>
            </a:r>
            <a:r>
              <a:rPr lang="en-US" dirty="0" smtClean="0"/>
              <a:t>devices             </a:t>
            </a:r>
            <a:r>
              <a:rPr lang="en-US" dirty="0"/>
              <a:t>These devices encompass</a:t>
            </a:r>
          </a:p>
          <a:p>
            <a:r>
              <a:rPr lang="en-US" dirty="0"/>
              <a:t>connected to the internet</a:t>
            </a:r>
            <a:r>
              <a:rPr lang="en-US" dirty="0" smtClean="0"/>
              <a:t>,                   everything </a:t>
            </a:r>
            <a:r>
              <a:rPr lang="en-US" dirty="0"/>
              <a:t>from everyday</a:t>
            </a:r>
          </a:p>
          <a:p>
            <a:r>
              <a:rPr lang="en-US" dirty="0"/>
              <a:t>enabling them to </a:t>
            </a:r>
            <a:r>
              <a:rPr lang="en-US" dirty="0" smtClean="0"/>
              <a:t>collect,                     household </a:t>
            </a:r>
            <a:r>
              <a:rPr lang="en-US" dirty="0"/>
              <a:t>items to</a:t>
            </a:r>
          </a:p>
          <a:p>
            <a:r>
              <a:rPr lang="en-US" dirty="0"/>
              <a:t>share, and exchange </a:t>
            </a:r>
            <a:r>
              <a:rPr lang="en-US" dirty="0" smtClean="0"/>
              <a:t>data.                    sophisticated industrial</a:t>
            </a:r>
          </a:p>
          <a:p>
            <a:r>
              <a:rPr lang="en-US" dirty="0"/>
              <a:t> </a:t>
            </a:r>
            <a:r>
              <a:rPr lang="en-US" dirty="0" smtClean="0"/>
              <a:t>                                                          machines</a:t>
            </a:r>
            <a:r>
              <a:rPr lang="en-US" dirty="0"/>
              <a:t>.</a:t>
            </a:r>
          </a:p>
          <a:p>
            <a:r>
              <a:rPr lang="en-US" sz="1600" b="1" dirty="0" smtClean="0">
                <a:latin typeface="+mj-lt"/>
              </a:rPr>
              <a:t>               </a:t>
            </a:r>
            <a:endParaRPr lang="en-US" sz="1600" b="1" dirty="0">
              <a:latin typeface="+mj-lt"/>
            </a:endParaRPr>
          </a:p>
          <a:p>
            <a:r>
              <a:rPr lang="en-US" sz="2200" b="1" dirty="0">
                <a:latin typeface="+mj-lt"/>
              </a:rPr>
              <a:t>3. Data and Automation</a:t>
            </a:r>
          </a:p>
          <a:p>
            <a:r>
              <a:rPr lang="en-US" dirty="0" smtClean="0"/>
              <a:t>IOT </a:t>
            </a:r>
            <a:r>
              <a:rPr lang="en-US" dirty="0"/>
              <a:t>devices typically include sensors, software, and </a:t>
            </a:r>
            <a:r>
              <a:rPr lang="en-US" dirty="0" smtClean="0"/>
              <a:t>other</a:t>
            </a:r>
          </a:p>
          <a:p>
            <a:r>
              <a:rPr lang="en-US" dirty="0" smtClean="0"/>
              <a:t>technologies </a:t>
            </a:r>
            <a:r>
              <a:rPr lang="en-US" dirty="0"/>
              <a:t>for data collection, analysis, and automated </a:t>
            </a:r>
            <a:r>
              <a:rPr lang="en-US" dirty="0" smtClean="0"/>
              <a:t>actions.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8100" y="20141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642594"/>
            <a:ext cx="4841378" cy="560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5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8000" y="381000"/>
            <a:ext cx="10960100" cy="6083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02150" y="1028700"/>
            <a:ext cx="67945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Impact of </a:t>
            </a:r>
            <a:r>
              <a:rPr lang="en-US" sz="4400" dirty="0" smtClean="0">
                <a:latin typeface="+mj-lt"/>
              </a:rPr>
              <a:t>IOT</a:t>
            </a:r>
            <a:r>
              <a:rPr lang="en-US" sz="4400" dirty="0">
                <a:latin typeface="+mj-lt"/>
              </a:rPr>
              <a:t>: Home </a:t>
            </a:r>
            <a:r>
              <a:rPr lang="en-US" sz="4400" dirty="0" smtClean="0">
                <a:latin typeface="+mj-lt"/>
              </a:rPr>
              <a:t>Automation</a:t>
            </a:r>
          </a:p>
          <a:p>
            <a:endParaRPr lang="en-US" sz="1400" dirty="0">
              <a:latin typeface="+mj-lt"/>
            </a:endParaRPr>
          </a:p>
          <a:p>
            <a:r>
              <a:rPr lang="en-US" sz="2200" b="1" dirty="0"/>
              <a:t>1. </a:t>
            </a:r>
            <a:r>
              <a:rPr lang="en-US" sz="2200" b="1" dirty="0" smtClean="0"/>
              <a:t>Convenience                              2</a:t>
            </a:r>
            <a:r>
              <a:rPr lang="en-US" sz="2200" b="1" dirty="0"/>
              <a:t>. </a:t>
            </a:r>
            <a:r>
              <a:rPr lang="en-US" sz="2200" b="1" dirty="0" smtClean="0"/>
              <a:t>Security</a:t>
            </a:r>
            <a:endParaRPr lang="en-US" sz="2200" b="1" dirty="0"/>
          </a:p>
          <a:p>
            <a:r>
              <a:rPr lang="en-US" dirty="0"/>
              <a:t>Control and monitor </a:t>
            </a:r>
            <a:r>
              <a:rPr lang="en-US" dirty="0" smtClean="0"/>
              <a:t>home                          Smart </a:t>
            </a:r>
            <a:r>
              <a:rPr lang="en-US" dirty="0"/>
              <a:t>home devices can </a:t>
            </a:r>
            <a:endParaRPr lang="en-US" dirty="0" smtClean="0"/>
          </a:p>
          <a:p>
            <a:r>
              <a:rPr lang="en-US" dirty="0" smtClean="0"/>
              <a:t>devices </a:t>
            </a:r>
            <a:r>
              <a:rPr lang="en-US" dirty="0"/>
              <a:t>from </a:t>
            </a:r>
            <a:r>
              <a:rPr lang="en-US" dirty="0" smtClean="0"/>
              <a:t>anywhere,                                improve </a:t>
            </a:r>
            <a:r>
              <a:rPr lang="en-US" dirty="0"/>
              <a:t>security with features </a:t>
            </a:r>
            <a:endParaRPr lang="en-US" dirty="0" smtClean="0"/>
          </a:p>
          <a:p>
            <a:r>
              <a:rPr lang="en-US" dirty="0" smtClean="0"/>
              <a:t>enhancing </a:t>
            </a:r>
            <a:r>
              <a:rPr lang="en-US" dirty="0"/>
              <a:t>comfort and </a:t>
            </a:r>
            <a:r>
              <a:rPr lang="en-US" dirty="0" smtClean="0"/>
              <a:t>easy                         like </a:t>
            </a:r>
            <a:r>
              <a:rPr lang="en-US" dirty="0"/>
              <a:t>remote monitoring </a:t>
            </a:r>
            <a:r>
              <a:rPr lang="en-US" dirty="0" smtClean="0"/>
              <a:t>and</a:t>
            </a:r>
          </a:p>
          <a:p>
            <a:r>
              <a:rPr lang="en-US" dirty="0" smtClean="0"/>
              <a:t>of use.                                                          intrusion </a:t>
            </a:r>
            <a:r>
              <a:rPr lang="en-US" dirty="0"/>
              <a:t>detection.</a:t>
            </a:r>
          </a:p>
          <a:p>
            <a:endParaRPr lang="en-US" dirty="0" smtClean="0"/>
          </a:p>
          <a:p>
            <a:r>
              <a:rPr lang="en-US" sz="2200" b="1" dirty="0" smtClean="0"/>
              <a:t>3</a:t>
            </a:r>
            <a:r>
              <a:rPr lang="en-US" sz="2200" b="1" dirty="0"/>
              <a:t>. Energy Efficiency</a:t>
            </a:r>
          </a:p>
          <a:p>
            <a:r>
              <a:rPr lang="en-US" dirty="0"/>
              <a:t>Optimizing energy consumption with smart thermostats, </a:t>
            </a:r>
            <a:r>
              <a:rPr lang="en-US" dirty="0" smtClean="0"/>
              <a:t>lighting,</a:t>
            </a:r>
          </a:p>
          <a:p>
            <a:r>
              <a:rPr lang="en-US" dirty="0" smtClean="0"/>
              <a:t>and </a:t>
            </a:r>
            <a:r>
              <a:rPr lang="en-US" dirty="0"/>
              <a:t>appliances.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76" y="1298039"/>
            <a:ext cx="3934974" cy="400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7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Rectangle 5"/>
          <p:cNvSpPr/>
          <p:nvPr/>
        </p:nvSpPr>
        <p:spPr>
          <a:xfrm>
            <a:off x="977900" y="642594"/>
            <a:ext cx="6350000" cy="9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77900" y="762000"/>
            <a:ext cx="700350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dirty="0">
                <a:latin typeface="+mj-lt"/>
                <a:ea typeface="Libre Baskerville" pitchFamily="34" charset="-122"/>
                <a:cs typeface="Libre Baskerville" pitchFamily="34" charset="-120"/>
              </a:rPr>
              <a:t>Impact of </a:t>
            </a:r>
            <a:r>
              <a:rPr lang="en-US" sz="4200" b="1" dirty="0" smtClean="0">
                <a:latin typeface="+mj-lt"/>
                <a:ea typeface="Libre Baskerville" pitchFamily="34" charset="-122"/>
                <a:cs typeface="Libre Baskerville" pitchFamily="34" charset="-120"/>
              </a:rPr>
              <a:t>IOT</a:t>
            </a:r>
            <a:r>
              <a:rPr lang="en-US" sz="4200" b="1" dirty="0">
                <a:latin typeface="+mj-lt"/>
                <a:ea typeface="Libre Baskerville" pitchFamily="34" charset="-122"/>
                <a:cs typeface="Libre Baskerville" pitchFamily="34" charset="-120"/>
              </a:rPr>
              <a:t>: Healthcare</a:t>
            </a:r>
            <a:endParaRPr lang="en-US" sz="4200" b="1" dirty="0">
              <a:latin typeface="+mj-lt"/>
            </a:endParaRPr>
          </a:p>
          <a:p>
            <a:endParaRPr lang="en-US" sz="4200" dirty="0">
              <a:latin typeface="+mj-lt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714799443"/>
              </p:ext>
            </p:extLst>
          </p:nvPr>
        </p:nvGraphicFramePr>
        <p:xfrm>
          <a:off x="596900" y="1600200"/>
          <a:ext cx="108331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307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2835645"/>
              </p:ext>
            </p:extLst>
          </p:nvPr>
        </p:nvGraphicFramePr>
        <p:xfrm>
          <a:off x="1066800" y="2233957"/>
          <a:ext cx="10058400" cy="4258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10789" y="2730137"/>
            <a:ext cx="587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1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977899" y="642594"/>
            <a:ext cx="7669712" cy="9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ts val="5200"/>
              </a:lnSpc>
            </a:pPr>
            <a:r>
              <a:rPr lang="en-US" sz="4400" b="1" dirty="0">
                <a:solidFill>
                  <a:schemeClr val="tx1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Connected Medical Equipment</a:t>
            </a:r>
            <a:endParaRPr lang="en-US" sz="44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035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663414"/>
          </a:xfrm>
          <a:prstGeom prst="rect">
            <a:avLst/>
          </a:prstGeom>
        </p:spPr>
      </p:pic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3150931712"/>
              </p:ext>
            </p:extLst>
          </p:nvPr>
        </p:nvGraphicFramePr>
        <p:xfrm>
          <a:off x="104501" y="3879670"/>
          <a:ext cx="11952516" cy="2808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4501" y="2663414"/>
            <a:ext cx="5695408" cy="10464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1F1E1E"/>
                </a:solidFill>
                <a:latin typeface="+mj-lt"/>
                <a:ea typeface="Alexandria Semi Bold" pitchFamily="34" charset="-122"/>
                <a:cs typeface="Alexandria Semi Bold" pitchFamily="34" charset="-120"/>
              </a:rPr>
              <a:t>Wearable Health Devices</a:t>
            </a:r>
            <a:endParaRPr lang="en-US" sz="44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758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672051"/>
            <a:ext cx="6048103" cy="35139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081452" y="1828800"/>
            <a:ext cx="5734594" cy="3226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81898" y="3257396"/>
            <a:ext cx="35400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"</a:t>
            </a:r>
            <a:r>
              <a:rPr lang="en-US" sz="4000" dirty="0" smtClean="0">
                <a:latin typeface="+mj-lt"/>
              </a:rPr>
              <a:t>THE  </a:t>
            </a:r>
          </a:p>
          <a:p>
            <a:r>
              <a:rPr lang="en-US" sz="4000" dirty="0" smtClean="0">
                <a:latin typeface="+mj-lt"/>
              </a:rPr>
              <a:t>      END</a:t>
            </a:r>
            <a:r>
              <a:rPr lang="en-US" sz="4000" dirty="0" smtClean="0"/>
              <a:t>"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3243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429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Alexandria Semi Bold</vt:lpstr>
      <vt:lpstr>Avenir Next LT Pro</vt:lpstr>
      <vt:lpstr>Avenir Next LT Pro Light</vt:lpstr>
      <vt:lpstr>Calibri</vt:lpstr>
      <vt:lpstr>Garamond</vt:lpstr>
      <vt:lpstr>Libre Baskerville</vt:lpstr>
      <vt:lpstr>Open Sans</vt:lpstr>
      <vt:lpstr>Sora Light</vt:lpstr>
      <vt:lpstr>SavonVTI</vt:lpstr>
      <vt:lpstr> "Connected World"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2024-11-10T18:14:28Z</dcterms:created>
  <dcterms:modified xsi:type="dcterms:W3CDTF">2024-12-31T15:56:12Z</dcterms:modified>
</cp:coreProperties>
</file>